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7"/>
  </p:notesMasterIdLst>
  <p:sldIdLst>
    <p:sldId id="376" r:id="rId2"/>
    <p:sldId id="366" r:id="rId3"/>
    <p:sldId id="362" r:id="rId4"/>
    <p:sldId id="364" r:id="rId5"/>
    <p:sldId id="375" r:id="rId6"/>
    <p:sldId id="294" r:id="rId7"/>
    <p:sldId id="296" r:id="rId8"/>
    <p:sldId id="298" r:id="rId9"/>
    <p:sldId id="295" r:id="rId10"/>
    <p:sldId id="297" r:id="rId11"/>
    <p:sldId id="304" r:id="rId12"/>
    <p:sldId id="300" r:id="rId13"/>
    <p:sldId id="301" r:id="rId14"/>
    <p:sldId id="305" r:id="rId15"/>
    <p:sldId id="306" r:id="rId16"/>
  </p:sldIdLst>
  <p:sldSz cx="12192000" cy="6858000"/>
  <p:notesSz cx="6858000" cy="9144000"/>
  <p:defaultTextStyle>
    <a:defPPr>
      <a:defRPr lang="ru-RU"/>
    </a:defPPr>
    <a:lvl1pPr marL="0" algn="l" defTabSz="914220" rtl="0">
      <a:defRPr sz="1800">
        <a:solidFill>
          <a:schemeClr val="tx1"/>
        </a:solidFill>
        <a:latin typeface="+mn-lt"/>
        <a:ea typeface="+mn-ea"/>
        <a:cs typeface="+mn-cs"/>
      </a:defRPr>
    </a:lvl1pPr>
    <a:lvl2pPr marL="457110" algn="l" defTabSz="914220" rtl="0">
      <a:defRPr sz="1800">
        <a:solidFill>
          <a:schemeClr val="tx1"/>
        </a:solidFill>
        <a:latin typeface="+mn-lt"/>
        <a:ea typeface="+mn-ea"/>
        <a:cs typeface="+mn-cs"/>
      </a:defRPr>
    </a:lvl2pPr>
    <a:lvl3pPr marL="914220" algn="l" defTabSz="914220" rtl="0">
      <a:defRPr sz="1800">
        <a:solidFill>
          <a:schemeClr val="tx1"/>
        </a:solidFill>
        <a:latin typeface="+mn-lt"/>
        <a:ea typeface="+mn-ea"/>
        <a:cs typeface="+mn-cs"/>
      </a:defRPr>
    </a:lvl3pPr>
    <a:lvl4pPr marL="1371329" algn="l" defTabSz="914220" rtl="0">
      <a:defRPr sz="1800">
        <a:solidFill>
          <a:schemeClr val="tx1"/>
        </a:solidFill>
        <a:latin typeface="+mn-lt"/>
        <a:ea typeface="+mn-ea"/>
        <a:cs typeface="+mn-cs"/>
      </a:defRPr>
    </a:lvl4pPr>
    <a:lvl5pPr marL="1828439" algn="l" defTabSz="914220" rtl="0">
      <a:defRPr sz="1800">
        <a:solidFill>
          <a:schemeClr val="tx1"/>
        </a:solidFill>
        <a:latin typeface="+mn-lt"/>
        <a:ea typeface="+mn-ea"/>
        <a:cs typeface="+mn-cs"/>
      </a:defRPr>
    </a:lvl5pPr>
    <a:lvl6pPr marL="2285549" algn="l" defTabSz="914220" rtl="0">
      <a:defRPr sz="1800">
        <a:solidFill>
          <a:schemeClr val="tx1"/>
        </a:solidFill>
        <a:latin typeface="+mn-lt"/>
        <a:ea typeface="+mn-ea"/>
        <a:cs typeface="+mn-cs"/>
      </a:defRPr>
    </a:lvl6pPr>
    <a:lvl7pPr marL="2742658" algn="l" defTabSz="914220" rtl="0">
      <a:defRPr sz="1800">
        <a:solidFill>
          <a:schemeClr val="tx1"/>
        </a:solidFill>
        <a:latin typeface="+mn-lt"/>
        <a:ea typeface="+mn-ea"/>
        <a:cs typeface="+mn-cs"/>
      </a:defRPr>
    </a:lvl7pPr>
    <a:lvl8pPr marL="3199765" algn="l" defTabSz="914220" rtl="0">
      <a:defRPr sz="1800">
        <a:solidFill>
          <a:schemeClr val="tx1"/>
        </a:solidFill>
        <a:latin typeface="+mn-lt"/>
        <a:ea typeface="+mn-ea"/>
        <a:cs typeface="+mn-cs"/>
      </a:defRPr>
    </a:lvl8pPr>
    <a:lvl9pPr marL="3656877" algn="l" defTabSz="914220" rtl="0">
      <a:defRPr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pos="597">
          <p15:clr>
            <a:srgbClr val="A4A3A4"/>
          </p15:clr>
        </p15:guide>
        <p15:guide id="2" pos="3591">
          <p15:clr>
            <a:srgbClr val="A4A3A4"/>
          </p15:clr>
        </p15:guide>
        <p15:guide id="3" pos="5496">
          <p15:clr>
            <a:srgbClr val="A4A3A4"/>
          </p15:clr>
        </p15:guide>
        <p15:guide id="4" pos="4112">
          <p15:clr>
            <a:srgbClr val="A4A3A4"/>
          </p15:clr>
        </p15:guide>
        <p15:guide id="5" pos="393">
          <p15:clr>
            <a:srgbClr val="A4A3A4"/>
          </p15:clr>
        </p15:guide>
        <p15:guide id="6" orient="horz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1606"/>
    <p:restoredTop sz="94658"/>
  </p:normalViewPr>
  <p:slideViewPr>
    <p:cSldViewPr snapToGrid="0" showGuides="1">
      <p:cViewPr>
        <p:scale>
          <a:sx n="109" d="100"/>
          <a:sy n="109" d="100"/>
        </p:scale>
        <p:origin x="272" y="424"/>
      </p:cViewPr>
      <p:guideLst>
        <p:guide pos="597"/>
        <p:guide pos="3591"/>
        <p:guide pos="5496"/>
        <p:guide pos="4112"/>
        <p:guide pos="393"/>
        <p:guide orient="horz" pos="216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91812951" name="Верхний колонтитул 1"/>
          <p:cNvSpPr>
            <a:spLocks noGrp="1"/>
          </p:cNvSpPr>
          <p:nvPr>
            <p:ph type="hdr" sz="quarter"/>
          </p:nvPr>
        </p:nvSpPr>
        <p:spPr bwMode="auto"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1776178070" name="Дата 2"/>
          <p:cNvSpPr>
            <a:spLocks noGrp="1"/>
          </p:cNvSpPr>
          <p:nvPr>
            <p:ph type="dt" idx="1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>
              <a:defRPr/>
            </a:pPr>
            <a:fld id="{9DA401BA-3150-4FF7-8D13-C8A64268AC63}" type="datetimeFigureOut">
              <a:rPr lang="ru-RU"/>
              <a:t>29.09.2026</a:t>
            </a:fld>
            <a:endParaRPr lang="ru-RU"/>
          </a:p>
        </p:txBody>
      </p:sp>
      <p:sp>
        <p:nvSpPr>
          <p:cNvPr id="1008376219" name="Образ слайда 3"/>
          <p:cNvSpPr>
            <a:spLocks noGrp="1" noRot="1" noChangeAspect="1"/>
          </p:cNvSpPr>
          <p:nvPr>
            <p:ph type="sldImg" idx="2"/>
          </p:nvPr>
        </p:nvSpPr>
        <p:spPr bwMode="auto"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>
              <a:defRPr/>
            </a:pPr>
            <a:endParaRPr lang="ru-RU"/>
          </a:p>
        </p:txBody>
      </p:sp>
      <p:sp>
        <p:nvSpPr>
          <p:cNvPr id="657332147" name="Заметки 4"/>
          <p:cNvSpPr>
            <a:spLocks noGrp="1"/>
          </p:cNvSpPr>
          <p:nvPr>
            <p:ph type="body" sz="quarter" idx="3"/>
          </p:nvPr>
        </p:nvSpPr>
        <p:spPr bwMode="auto"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/>
          </a:p>
        </p:txBody>
      </p:sp>
      <p:sp>
        <p:nvSpPr>
          <p:cNvPr id="1161909993" name="Нижний колонтитул 5"/>
          <p:cNvSpPr>
            <a:spLocks noGrp="1"/>
          </p:cNvSpPr>
          <p:nvPr>
            <p:ph type="ftr" sz="quarter" idx="4"/>
          </p:nvPr>
        </p:nvSpPr>
        <p:spPr bwMode="auto"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1232077215" name="Номер слайда 6"/>
          <p:cNvSpPr>
            <a:spLocks noGrp="1"/>
          </p:cNvSpPr>
          <p:nvPr>
            <p:ph type="sldNum" sz="quarter" idx="5"/>
          </p:nvPr>
        </p:nvSpPr>
        <p:spPr bwMode="auto"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fld id="{3D5F3B14-7AC8-406F-A299-37D374056E4F}" type="slidenum">
              <a:rPr lang="ru-RU"/>
              <a:t>‹#›</a:t>
            </a:fld>
            <a:endParaRPr lang="ru-RU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4CF317-460F-D66A-6ACF-27061C9DF4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2D066F97-A6A0-B747-71F9-577306DB29D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80F9F05F-4377-CED9-7FF7-AADFCC58E49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618DC8F5-67F2-F257-7833-1FEA7A6F232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D5F3B14-7AC8-406F-A299-37D374056E4F}" type="slidenum">
              <a:rPr lang="ru-RU" smtClean="0"/>
              <a:t>3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4532721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E69046-74A9-6BC0-030F-AF9856808D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E235548D-D889-0AAA-F16C-FBBD8FABB95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62BED857-8CFB-C4D0-8AA7-4E459CD5CA0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C80FF5E7-0C77-0F13-CEBC-1525084DF81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D5F3B14-7AC8-406F-A299-37D374056E4F}" type="slidenum">
              <a:rPr lang="ru-RU" smtClean="0"/>
              <a:t>4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5285682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Тайминг: 30 с</a:t>
            </a:r>
          </a:p>
          <a:p>
            <a:endParaRPr/>
          </a:p>
          <a:p>
            <a:r>
              <a:t>Оценка одна, но у каждого свой вопрос к ней, и на каждый вопрос есть экран в продукте.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Тайминг: 30 с</a:t>
            </a:r>
          </a:p>
          <a:p>
            <a:endParaRPr/>
          </a:p>
          <a:p>
            <a:r>
              <a:t>Выбираете объект, система предлагает его процессы, под каждый процесс подбирает роботов. Дальше 7 шагов до отчёта. Сейчас пройдём их вживую.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Тайминг: 30 с</a:t>
            </a:r>
          </a:p>
          <a:p>
            <a:endParaRPr/>
          </a:p>
          <a:p>
            <a:r>
              <a:t>Каталог собран с рынка, у каждого значения ссылка и дата. Ручные правки администратора импорт не затирает.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Тайминг: 30 с</a:t>
            </a:r>
          </a:p>
          <a:p>
            <a:endParaRPr/>
          </a:p>
          <a:p>
            <a:r>
              <a:t>CAPEX считают многие. Мы показываем, откуда взялось каждое число, честно говорим, где данных не хватает, и проверяем расчёт на модели смены.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Тайминг: 3,5 мин — живой показ прототипа</a:t>
            </a:r>
          </a:p>
          <a:p>
            <a:endParaRPr/>
          </a:p>
          <a:p>
            <a:r>
              <a:t>0:00 — «Новый проект» → три типа объектов → «Склад» → загрузить CSV с параметрами</a:t>
            </a:r>
          </a:p>
          <a:p>
            <a:r>
              <a:t>      «Три типа объектов. Параметры вручную или из шаблона»</a:t>
            </a:r>
          </a:p>
          <a:p>
            <a:r>
              <a:t>0:30 — «Параметры» → блок процессов</a:t>
            </a:r>
          </a:p>
          <a:p>
            <a:r>
              <a:t>      «Система сама предложила процессы склада, лишние отключаем»</a:t>
            </a:r>
          </a:p>
          <a:p>
            <a:r>
              <a:t>0:45 — «Подбор»: 162 пары, открыть вердикт «не подходит»</a:t>
            </a:r>
          </a:p>
          <a:p>
            <a:r>
              <a:t>      «Каждый вердикт с причиной: какое правило, какое значение»</a:t>
            </a:r>
          </a:p>
          <a:p>
            <a:r>
              <a:t>1:10 — Пара с вердиктом «уточнить»</a:t>
            </a:r>
          </a:p>
          <a:p>
            <a:r>
              <a:t>      «Нет данных у вендора — не выдумываем, просим уточнить»</a:t>
            </a:r>
          </a:p>
          <a:p>
            <a:r>
              <a:t>1:25 — «Сравнение»: по роботу на процесс, у «Комплектации заказов» снять AS-RS P</a:t>
            </a:r>
          </a:p>
          <a:p>
            <a:r>
              <a:t>      «Лучшее значение подсвечено»</a:t>
            </a:r>
          </a:p>
          <a:p>
            <a:r>
              <a:t>1:50 — «Экономика»: 12 роботов, 95,8 млн ₽, 0,84 года. Клик по CAPEX</a:t>
            </a:r>
          </a:p>
          <a:p>
            <a:r>
              <a:t>      «Любое число раскрывается в формулу с подстановкой»</a:t>
            </a:r>
          </a:p>
          <a:p>
            <a:r>
              <a:t>2:20 — Сценарий «Аренда»</a:t>
            </a:r>
          </a:p>
          <a:p>
            <a:r>
              <a:t>      «Три сценария: как есть, покупка, аренда»</a:t>
            </a:r>
          </a:p>
          <a:p>
            <a:r>
              <a:t>2:30 — «What-if»: 63 % → 40 %</a:t>
            </a:r>
          </a:p>
          <a:p>
            <a:r>
              <a:t>      «Даже пессимистично — меньше полутора лет»</a:t>
            </a:r>
          </a:p>
          <a:p>
            <a:r>
              <a:t>2:45 — «Визуализация» в подготовленном проекте: старт, «Сломать»</a:t>
            </a:r>
          </a:p>
          <a:p>
            <a:r>
              <a:t>      «Парк из расчёта работает на плане, поломка видна сразу»</a:t>
            </a:r>
          </a:p>
          <a:p>
            <a:r>
              <a:t>3:10 — demo-airport, demo-hospital: параметры и подбор</a:t>
            </a:r>
          </a:p>
          <a:p>
            <a:r>
              <a:t>      «Аэропорт и больница: свои процессы, свои роботы»</a:t>
            </a:r>
          </a:p>
          <a:p>
            <a:r>
              <a:t>3:25 — «Отчёт»: PDF, Excel</a:t>
            </a:r>
          </a:p>
          <a:p>
            <a:r>
              <a:t>      «Итог одним файлом для руководителя»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Тайминг: 30 с</a:t>
            </a:r>
          </a:p>
          <a:p>
            <a:endParaRPr/>
          </a:p>
          <a:p>
            <a:r>
              <a:t>Правила жёсткие и условные, у каждого процесса свои. 140 «уточнить» — это честность: у рынка нет этих характеристик в открытом доступе, и мы не делаем вид, что они есть.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Тайминг: 30 с</a:t>
            </a:r>
          </a:p>
          <a:p>
            <a:endParaRPr/>
          </a:p>
          <a:p>
            <a:r>
              <a:t>Нормативы открыты и редактируются в админке. Господдержка уменьшает CAPEX. Какой параметр сильнее всего влияет на окупаемость, видно на графике чувствительности.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Тайминг: 20 с</a:t>
            </a:r>
          </a:p>
          <a:p>
            <a:endParaRPr/>
          </a:p>
          <a:p>
            <a:r>
              <a:t>Смена считается прямо в браузере. Если парк не справляется с потоком, это видно до покупки, а не после.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Тайминг: 60 с</a:t>
            </a:r>
          </a:p>
          <a:p>
            <a:endParaRPr/>
          </a:p>
          <a:p>
            <a:r>
              <a:t>Показываем честно, где прототип. Всё, что вы видели в демо, работает в переданной версии, и его можно повторить.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Тайминг: 30 с</a:t>
            </a:r>
          </a:p>
          <a:p>
            <a:endParaRPr/>
          </a:p>
          <a:p>
            <a:r>
              <a:t>Любую цифру из этой презентации вы получите сами за 5 минут на чистой установке. Спасибо!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preserve="1" userDrawn="1">
  <p:cSld name="Титульный слайд">
    <p:bg>
      <p:bgPr>
        <a:blipFill rotWithShape="1">
          <a:blip r:embed="rId2">
            <a:lum/>
          </a:blip>
          <a:stretch/>
        </a:blipFill>
        <a:effectLst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83682889" name="Рисунок 10"/>
          <p:cNvSpPr>
            <a:spLocks noGrp="1"/>
          </p:cNvSpPr>
          <p:nvPr>
            <p:ph type="pic" sz="quarter" idx="10" hasCustomPrompt="1"/>
          </p:nvPr>
        </p:nvSpPr>
        <p:spPr bwMode="auto">
          <a:xfrm>
            <a:off x="6792000" y="395288"/>
            <a:ext cx="5400000" cy="5400000"/>
          </a:xfrm>
        </p:spPr>
        <p:txBody>
          <a:bodyPr anchor="ctr" anchorCtr="0"/>
          <a:lstStyle>
            <a:lvl1pPr>
              <a:defRPr/>
            </a:lvl1pPr>
          </a:lstStyle>
          <a:p>
            <a:pPr>
              <a:defRPr/>
            </a:pPr>
            <a:r>
              <a:rPr lang="ru-RU"/>
              <a:t>Иконка задачи</a:t>
            </a:r>
            <a:endParaRPr/>
          </a:p>
        </p:txBody>
      </p:sp>
      <p:sp>
        <p:nvSpPr>
          <p:cNvPr id="880295750" name="Заголовок 1"/>
          <p:cNvSpPr>
            <a:spLocks noGrp="1"/>
          </p:cNvSpPr>
          <p:nvPr>
            <p:ph type="ctrTitle" hasCustomPrompt="1"/>
          </p:nvPr>
        </p:nvSpPr>
        <p:spPr bwMode="auto">
          <a:xfrm>
            <a:off x="0" y="4323440"/>
            <a:ext cx="8930641" cy="827011"/>
          </a:xfrm>
          <a:prstGeom prst="rect">
            <a:avLst/>
          </a:prstGeom>
          <a:noFill/>
        </p:spPr>
        <p:txBody>
          <a:bodyPr anchor="ctr" anchorCtr="0"/>
          <a:lstStyle>
            <a:lvl1pPr marL="0" indent="712788" algn="l">
              <a:defRPr sz="28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r>
              <a:rPr lang="ru-RU"/>
              <a:t>НАЗВАНИЕ КОМАНДЫ</a:t>
            </a:r>
            <a:endParaRPr/>
          </a:p>
        </p:txBody>
      </p:sp>
      <p:sp>
        <p:nvSpPr>
          <p:cNvPr id="401620835" name="Рисунок 41"/>
          <p:cNvSpPr>
            <a:spLocks noGrp="1"/>
          </p:cNvSpPr>
          <p:nvPr>
            <p:ph type="pic" sz="quarter" idx="11" hasCustomPrompt="1"/>
          </p:nvPr>
        </p:nvSpPr>
        <p:spPr bwMode="auto">
          <a:xfrm>
            <a:off x="802640" y="2911980"/>
            <a:ext cx="3386773" cy="1082589"/>
          </a:xfrm>
        </p:spPr>
        <p:txBody>
          <a:bodyPr anchor="ctr" anchorCtr="0"/>
          <a:lstStyle>
            <a:lvl1pPr>
              <a:defRPr/>
            </a:lvl1pPr>
          </a:lstStyle>
          <a:p>
            <a:pPr>
              <a:defRPr/>
            </a:pPr>
            <a:r>
              <a:rPr lang="ru-RU"/>
              <a:t>Логотип/логотипы постановщика задачи</a:t>
            </a:r>
            <a:endParaRPr/>
          </a:p>
        </p:txBody>
      </p:sp>
      <p:sp>
        <p:nvSpPr>
          <p:cNvPr id="602869623" name="Текст 4"/>
          <p:cNvSpPr>
            <a:spLocks noGrp="1"/>
          </p:cNvSpPr>
          <p:nvPr>
            <p:ph type="body" sz="quarter" idx="12" hasCustomPrompt="1"/>
          </p:nvPr>
        </p:nvSpPr>
        <p:spPr bwMode="auto">
          <a:xfrm>
            <a:off x="0" y="5149851"/>
            <a:ext cx="8930641" cy="757174"/>
          </a:xfrm>
          <a:prstGeom prst="rect">
            <a:avLst/>
          </a:prstGeom>
          <a:noFill/>
        </p:spPr>
        <p:txBody>
          <a:bodyPr>
            <a:normAutofit/>
          </a:bodyPr>
          <a:lstStyle>
            <a:lvl1pPr marL="0" indent="712788">
              <a:buNone/>
              <a:defRPr sz="1800"/>
            </a:lvl1pPr>
          </a:lstStyle>
          <a:p>
            <a:pPr>
              <a:defRPr/>
            </a:pPr>
            <a:r>
              <a:rPr lang="ru-RU" sz="1600" b="0"/>
              <a:t>Номер и название задачи</a:t>
            </a:r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preserve="1" userDrawn="1">
  <p:cSld name="1_Описание команды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97076004" name="Рисунок 10"/>
          <p:cNvSpPr>
            <a:spLocks noGrp="1"/>
          </p:cNvSpPr>
          <p:nvPr>
            <p:ph type="pic" sz="quarter" idx="10" hasCustomPrompt="1"/>
          </p:nvPr>
        </p:nvSpPr>
        <p:spPr bwMode="auto">
          <a:xfrm>
            <a:off x="6894095" y="1044081"/>
            <a:ext cx="4962943" cy="2221824"/>
          </a:xfrm>
        </p:spPr>
        <p:txBody>
          <a:bodyPr anchor="ctr" anchorCtr="0"/>
          <a:lstStyle>
            <a:lvl1pPr>
              <a:defRPr/>
            </a:lvl1pPr>
          </a:lstStyle>
          <a:p>
            <a:pPr>
              <a:defRPr/>
            </a:pPr>
            <a:r>
              <a:rPr lang="ru-RU"/>
              <a:t>Фото команды</a:t>
            </a:r>
            <a:endParaRPr/>
          </a:p>
        </p:txBody>
      </p:sp>
      <p:sp>
        <p:nvSpPr>
          <p:cNvPr id="1666356196" name="Заголовок 1"/>
          <p:cNvSpPr>
            <a:spLocks noGrp="1"/>
          </p:cNvSpPr>
          <p:nvPr>
            <p:ph type="title" hasCustomPrompt="1"/>
          </p:nvPr>
        </p:nvSpPr>
        <p:spPr bwMode="auto">
          <a:xfrm>
            <a:off x="346075" y="395288"/>
            <a:ext cx="11244772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>
            <a:lvl1pPr>
              <a:defRPr/>
            </a:lvl1pPr>
          </a:lstStyle>
          <a:p>
            <a:pPr>
              <a:defRPr/>
            </a:pPr>
            <a:r>
              <a:rPr lang="ru-RU"/>
              <a:t>КОМАНДА «НАЗВАНИЕ»</a:t>
            </a:r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preserve="1" userDrawn="1">
  <p:cSld name="Команда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05223789" name="Дата 3"/>
          <p:cNvSpPr>
            <a:spLocks noGrp="1"/>
          </p:cNvSpPr>
          <p:nvPr>
            <p:ph type="dt" sz="half" idx="2"/>
          </p:nvPr>
        </p:nvSpPr>
        <p:spPr bwMode="auto"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67EB9651-F031-4963-AFE9-33BCC0E88757}" type="datetime1">
              <a:rPr lang="ru-RU"/>
              <a:t>29.09.2026</a:t>
            </a:fld>
            <a:endParaRPr lang="ru-RU"/>
          </a:p>
        </p:txBody>
      </p:sp>
      <p:sp>
        <p:nvSpPr>
          <p:cNvPr id="1048786552" name="Нижний колонтитул 4"/>
          <p:cNvSpPr>
            <a:spLocks noGrp="1"/>
          </p:cNvSpPr>
          <p:nvPr>
            <p:ph type="ftr" sz="quarter" idx="3"/>
          </p:nvPr>
        </p:nvSpPr>
        <p:spPr bwMode="auto"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1993809064" name="Номер слайда 5"/>
          <p:cNvSpPr>
            <a:spLocks noGrp="1"/>
          </p:cNvSpPr>
          <p:nvPr>
            <p:ph type="sldNum" sz="quarter" idx="4"/>
          </p:nvPr>
        </p:nvSpPr>
        <p:spPr bwMode="auto">
          <a:xfrm>
            <a:off x="11413507" y="6356357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52DCC5B9-D646-4B76-891F-6FF4E74E9CB4}" type="slidenum">
              <a:rPr lang="ru-RU"/>
              <a:t>‹#›</a:t>
            </a:fld>
            <a:endParaRPr lang="ru-RU"/>
          </a:p>
        </p:txBody>
      </p:sp>
      <p:sp>
        <p:nvSpPr>
          <p:cNvPr id="1927366780" name="Заголовок 1"/>
          <p:cNvSpPr>
            <a:spLocks noGrp="1"/>
          </p:cNvSpPr>
          <p:nvPr>
            <p:ph type="title" hasCustomPrompt="1"/>
          </p:nvPr>
        </p:nvSpPr>
        <p:spPr bwMode="auto">
          <a:xfrm>
            <a:off x="346075" y="395288"/>
            <a:ext cx="11244772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>
            <a:lvl1pPr>
              <a:defRPr/>
            </a:lvl1pPr>
          </a:lstStyle>
          <a:p>
            <a:pPr>
              <a:defRPr/>
            </a:pPr>
            <a:r>
              <a:rPr lang="ru-RU"/>
              <a:t>КОМАНДА «НАЗВАНИЕ»</a:t>
            </a:r>
            <a:endParaRPr/>
          </a:p>
        </p:txBody>
      </p:sp>
      <p:sp>
        <p:nvSpPr>
          <p:cNvPr id="1795973529" name="Текст 35"/>
          <p:cNvSpPr>
            <a:spLocks noGrp="1"/>
          </p:cNvSpPr>
          <p:nvPr>
            <p:ph type="body" sz="quarter" idx="27" hasCustomPrompt="1"/>
          </p:nvPr>
        </p:nvSpPr>
        <p:spPr bwMode="auto">
          <a:xfrm>
            <a:off x="806323" y="4192124"/>
            <a:ext cx="1843581" cy="1576498"/>
          </a:xfrm>
          <a:prstGeom prst="rect">
            <a:avLst/>
          </a:prstGeom>
          <a:ln>
            <a:noFill/>
          </a:ln>
        </p:spPr>
        <p:txBody>
          <a:bodyPr>
            <a:normAutofit/>
          </a:bodyPr>
          <a:lstStyle>
            <a:lvl1pPr marL="144688" indent="-144688">
              <a:buClr>
                <a:schemeClr val="accent1"/>
              </a:buClr>
              <a:buFont typeface="Wingdings"/>
              <a:buChar char="§"/>
              <a:defRPr sz="1400"/>
            </a:lvl1pPr>
          </a:lstStyle>
          <a:p>
            <a:pPr lvl="0">
              <a:defRPr/>
            </a:pPr>
            <a:r>
              <a:rPr lang="ru-RU"/>
              <a:t>Роль в команде</a:t>
            </a:r>
            <a:endParaRPr/>
          </a:p>
          <a:p>
            <a:pPr lvl="0">
              <a:defRPr/>
            </a:pPr>
            <a:r>
              <a:rPr lang="en-US"/>
              <a:t>Telegram</a:t>
            </a:r>
            <a:endParaRPr/>
          </a:p>
          <a:p>
            <a:pPr lvl="0">
              <a:defRPr/>
            </a:pPr>
            <a:r>
              <a:rPr lang="ru-RU"/>
              <a:t>Номер</a:t>
            </a:r>
            <a:endParaRPr/>
          </a:p>
        </p:txBody>
      </p:sp>
      <p:sp>
        <p:nvSpPr>
          <p:cNvPr id="1913937985" name="Текст 35"/>
          <p:cNvSpPr>
            <a:spLocks noGrp="1"/>
          </p:cNvSpPr>
          <p:nvPr>
            <p:ph type="body" sz="quarter" idx="33" hasCustomPrompt="1"/>
          </p:nvPr>
        </p:nvSpPr>
        <p:spPr bwMode="auto">
          <a:xfrm>
            <a:off x="3014568" y="4192124"/>
            <a:ext cx="1843581" cy="1576498"/>
          </a:xfrm>
          <a:prstGeom prst="rect">
            <a:avLst/>
          </a:prstGeom>
          <a:ln>
            <a:noFill/>
          </a:ln>
        </p:spPr>
        <p:txBody>
          <a:bodyPr>
            <a:normAutofit/>
          </a:bodyPr>
          <a:lstStyle>
            <a:lvl1pPr marL="144688" indent="-144688">
              <a:buClr>
                <a:schemeClr val="accent1"/>
              </a:buClr>
              <a:buFont typeface="Wingdings"/>
              <a:buChar char="§"/>
              <a:defRPr sz="1400"/>
            </a:lvl1pPr>
          </a:lstStyle>
          <a:p>
            <a:pPr lvl="0">
              <a:defRPr/>
            </a:pPr>
            <a:r>
              <a:rPr lang="ru-RU"/>
              <a:t>Роль в команде</a:t>
            </a:r>
            <a:endParaRPr/>
          </a:p>
          <a:p>
            <a:pPr lvl="0">
              <a:defRPr/>
            </a:pPr>
            <a:r>
              <a:rPr lang="en-US"/>
              <a:t>Telegram</a:t>
            </a:r>
            <a:endParaRPr/>
          </a:p>
          <a:p>
            <a:pPr lvl="0">
              <a:defRPr/>
            </a:pPr>
            <a:r>
              <a:rPr lang="ru-RU"/>
              <a:t>Номер</a:t>
            </a:r>
            <a:endParaRPr/>
          </a:p>
        </p:txBody>
      </p:sp>
      <p:sp>
        <p:nvSpPr>
          <p:cNvPr id="11548332" name="Текст 35"/>
          <p:cNvSpPr>
            <a:spLocks noGrp="1"/>
          </p:cNvSpPr>
          <p:nvPr>
            <p:ph type="body" sz="quarter" idx="35" hasCustomPrompt="1"/>
          </p:nvPr>
        </p:nvSpPr>
        <p:spPr bwMode="auto">
          <a:xfrm>
            <a:off x="5191192" y="4192124"/>
            <a:ext cx="1843581" cy="1576498"/>
          </a:xfrm>
          <a:prstGeom prst="rect">
            <a:avLst/>
          </a:prstGeom>
          <a:ln>
            <a:noFill/>
          </a:ln>
        </p:spPr>
        <p:txBody>
          <a:bodyPr>
            <a:normAutofit/>
          </a:bodyPr>
          <a:lstStyle>
            <a:lvl1pPr marL="144688" indent="-144688">
              <a:buClr>
                <a:schemeClr val="accent1"/>
              </a:buClr>
              <a:buFont typeface="Wingdings"/>
              <a:buChar char="§"/>
              <a:defRPr sz="1400"/>
            </a:lvl1pPr>
          </a:lstStyle>
          <a:p>
            <a:pPr lvl="0">
              <a:defRPr/>
            </a:pPr>
            <a:r>
              <a:rPr lang="ru-RU"/>
              <a:t>Роль в команде</a:t>
            </a:r>
            <a:endParaRPr/>
          </a:p>
          <a:p>
            <a:pPr lvl="0">
              <a:defRPr/>
            </a:pPr>
            <a:r>
              <a:rPr lang="en-US"/>
              <a:t>Telegram</a:t>
            </a:r>
            <a:endParaRPr/>
          </a:p>
          <a:p>
            <a:pPr lvl="0">
              <a:defRPr/>
            </a:pPr>
            <a:r>
              <a:rPr lang="ru-RU"/>
              <a:t>Номер</a:t>
            </a:r>
            <a:endParaRPr/>
          </a:p>
        </p:txBody>
      </p:sp>
      <p:sp>
        <p:nvSpPr>
          <p:cNvPr id="2000063644" name="Текст 35"/>
          <p:cNvSpPr>
            <a:spLocks noGrp="1"/>
          </p:cNvSpPr>
          <p:nvPr>
            <p:ph type="body" sz="quarter" idx="37" hasCustomPrompt="1"/>
          </p:nvPr>
        </p:nvSpPr>
        <p:spPr bwMode="auto">
          <a:xfrm>
            <a:off x="7366644" y="4192124"/>
            <a:ext cx="1843581" cy="1576498"/>
          </a:xfrm>
          <a:prstGeom prst="rect">
            <a:avLst/>
          </a:prstGeom>
          <a:ln>
            <a:noFill/>
          </a:ln>
        </p:spPr>
        <p:txBody>
          <a:bodyPr>
            <a:normAutofit/>
          </a:bodyPr>
          <a:lstStyle>
            <a:lvl1pPr marL="144688" indent="-144688">
              <a:buClr>
                <a:schemeClr val="accent1"/>
              </a:buClr>
              <a:buFont typeface="Wingdings"/>
              <a:buChar char="§"/>
              <a:defRPr sz="1400"/>
            </a:lvl1pPr>
          </a:lstStyle>
          <a:p>
            <a:pPr lvl="0">
              <a:defRPr/>
            </a:pPr>
            <a:r>
              <a:rPr lang="ru-RU"/>
              <a:t>Роль в команде</a:t>
            </a:r>
            <a:endParaRPr/>
          </a:p>
          <a:p>
            <a:pPr lvl="0">
              <a:defRPr/>
            </a:pPr>
            <a:r>
              <a:rPr lang="en-US"/>
              <a:t>Telegram</a:t>
            </a:r>
            <a:endParaRPr/>
          </a:p>
          <a:p>
            <a:pPr lvl="0">
              <a:defRPr/>
            </a:pPr>
            <a:r>
              <a:rPr lang="ru-RU"/>
              <a:t>Номер</a:t>
            </a:r>
            <a:endParaRPr/>
          </a:p>
        </p:txBody>
      </p:sp>
      <p:sp>
        <p:nvSpPr>
          <p:cNvPr id="660029963" name="Текст 35"/>
          <p:cNvSpPr>
            <a:spLocks noGrp="1"/>
          </p:cNvSpPr>
          <p:nvPr>
            <p:ph type="body" sz="quarter" idx="39" hasCustomPrompt="1"/>
          </p:nvPr>
        </p:nvSpPr>
        <p:spPr bwMode="auto">
          <a:xfrm>
            <a:off x="9542096" y="4192124"/>
            <a:ext cx="1843581" cy="1576498"/>
          </a:xfrm>
          <a:prstGeom prst="rect">
            <a:avLst/>
          </a:prstGeom>
          <a:ln>
            <a:noFill/>
          </a:ln>
        </p:spPr>
        <p:txBody>
          <a:bodyPr>
            <a:normAutofit/>
          </a:bodyPr>
          <a:lstStyle>
            <a:lvl1pPr marL="144688" indent="-144688">
              <a:buClr>
                <a:schemeClr val="accent1"/>
              </a:buClr>
              <a:buFont typeface="Wingdings"/>
              <a:buChar char="§"/>
              <a:defRPr sz="1400"/>
            </a:lvl1pPr>
          </a:lstStyle>
          <a:p>
            <a:pPr lvl="0">
              <a:defRPr/>
            </a:pPr>
            <a:r>
              <a:rPr lang="ru-RU"/>
              <a:t>Роль в команде</a:t>
            </a:r>
            <a:endParaRPr/>
          </a:p>
          <a:p>
            <a:pPr lvl="0">
              <a:defRPr/>
            </a:pPr>
            <a:r>
              <a:rPr lang="en-US"/>
              <a:t>Telegram</a:t>
            </a:r>
            <a:endParaRPr/>
          </a:p>
          <a:p>
            <a:pPr lvl="0">
              <a:defRPr/>
            </a:pPr>
            <a:r>
              <a:rPr lang="ru-RU"/>
              <a:t>Номер</a:t>
            </a:r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preserve="1" userDrawn="1">
  <p:cSld name="Пустой с заголовком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58560272" name="Дата 3"/>
          <p:cNvSpPr>
            <a:spLocks noGrp="1"/>
          </p:cNvSpPr>
          <p:nvPr>
            <p:ph type="dt" sz="half" idx="2"/>
          </p:nvPr>
        </p:nvSpPr>
        <p:spPr bwMode="auto"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1021F813-DBA1-42EC-A748-A9CC16659E6B}" type="datetime1">
              <a:rPr lang="ru-RU"/>
              <a:t>29.09.2026</a:t>
            </a:fld>
            <a:endParaRPr lang="ru-RU"/>
          </a:p>
        </p:txBody>
      </p:sp>
      <p:sp>
        <p:nvSpPr>
          <p:cNvPr id="1123256481" name="Нижний колонтитул 4"/>
          <p:cNvSpPr>
            <a:spLocks noGrp="1"/>
          </p:cNvSpPr>
          <p:nvPr>
            <p:ph type="ftr" sz="quarter" idx="3"/>
          </p:nvPr>
        </p:nvSpPr>
        <p:spPr bwMode="auto"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707451837" name="Номер слайда 5"/>
          <p:cNvSpPr>
            <a:spLocks noGrp="1"/>
          </p:cNvSpPr>
          <p:nvPr>
            <p:ph type="sldNum" sz="quarter" idx="4"/>
          </p:nvPr>
        </p:nvSpPr>
        <p:spPr bwMode="auto">
          <a:xfrm>
            <a:off x="11413507" y="6356357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52DCC5B9-D646-4B76-891F-6FF4E74E9CB4}" type="slidenum">
              <a:rPr lang="ru-RU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preserve="1" userDrawn="1">
  <p:cSld name="Заголовок и объект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81669326" name="Текст 2"/>
          <p:cNvSpPr>
            <a:spLocks noGrp="1"/>
          </p:cNvSpPr>
          <p:nvPr>
            <p:ph idx="1"/>
          </p:nvPr>
        </p:nvSpPr>
        <p:spPr bwMode="auto">
          <a:xfrm>
            <a:off x="315392" y="1016177"/>
            <a:ext cx="11561229" cy="516079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>
              <a:defRPr>
                <a:solidFill>
                  <a:schemeClr val="bg1">
                    <a:lumMod val="95000"/>
                  </a:schemeClr>
                </a:solidFill>
              </a:defRPr>
            </a:lvl1pPr>
            <a:lvl2pPr>
              <a:defRPr>
                <a:solidFill>
                  <a:schemeClr val="bg1">
                    <a:lumMod val="95000"/>
                  </a:schemeClr>
                </a:solidFill>
              </a:defRPr>
            </a:lvl2pPr>
            <a:lvl3pPr>
              <a:defRPr>
                <a:solidFill>
                  <a:schemeClr val="bg1">
                    <a:lumMod val="95000"/>
                  </a:schemeClr>
                </a:solidFill>
              </a:defRPr>
            </a:lvl3pPr>
            <a:lvl4pPr>
              <a:defRPr>
                <a:solidFill>
                  <a:schemeClr val="bg1">
                    <a:lumMod val="95000"/>
                  </a:schemeClr>
                </a:solidFill>
              </a:defRPr>
            </a:lvl4pPr>
            <a:lvl5pPr>
              <a:defRPr>
                <a:solidFill>
                  <a:schemeClr val="bg1">
                    <a:lumMod val="95000"/>
                  </a:schemeClr>
                </a:solidFill>
              </a:defRPr>
            </a:lvl5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/>
          </a:p>
        </p:txBody>
      </p:sp>
      <p:sp>
        <p:nvSpPr>
          <p:cNvPr id="712371166" name="Дата 3"/>
          <p:cNvSpPr>
            <a:spLocks noGrp="1"/>
          </p:cNvSpPr>
          <p:nvPr>
            <p:ph type="dt" sz="half" idx="2"/>
          </p:nvPr>
        </p:nvSpPr>
        <p:spPr bwMode="auto"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7DE2642A-6018-4CC1-81AB-5FD8D2782D4F}" type="datetime1">
              <a:rPr lang="ru-RU"/>
              <a:t>29.09.2026</a:t>
            </a:fld>
            <a:endParaRPr lang="ru-RU"/>
          </a:p>
        </p:txBody>
      </p:sp>
      <p:sp>
        <p:nvSpPr>
          <p:cNvPr id="1858665391" name="Нижний колонтитул 4"/>
          <p:cNvSpPr>
            <a:spLocks noGrp="1"/>
          </p:cNvSpPr>
          <p:nvPr>
            <p:ph type="ftr" sz="quarter" idx="3"/>
          </p:nvPr>
        </p:nvSpPr>
        <p:spPr bwMode="auto"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1410582817" name="Номер слайда 5"/>
          <p:cNvSpPr>
            <a:spLocks noGrp="1"/>
          </p:cNvSpPr>
          <p:nvPr>
            <p:ph type="sldNum" sz="quarter" idx="4"/>
          </p:nvPr>
        </p:nvSpPr>
        <p:spPr bwMode="auto">
          <a:xfrm>
            <a:off x="11413507" y="6356357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52DCC5B9-D646-4B76-891F-6FF4E74E9CB4}" type="slidenum">
              <a:rPr lang="ru-RU"/>
              <a:t>‹#›</a:t>
            </a:fld>
            <a:endParaRPr lang="ru-RU"/>
          </a:p>
        </p:txBody>
      </p:sp>
      <p:sp>
        <p:nvSpPr>
          <p:cNvPr id="454463469" name="Заголовок 1"/>
          <p:cNvSpPr>
            <a:spLocks noGrp="1"/>
          </p:cNvSpPr>
          <p:nvPr>
            <p:ph type="title"/>
          </p:nvPr>
        </p:nvSpPr>
        <p:spPr bwMode="auto">
          <a:xfrm>
            <a:off x="346075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>
            <a:lvl1pPr>
              <a:defRPr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r>
              <a:rPr lang="ru-RU"/>
              <a:t>ОБРАЗЕЦ ЗАГОЛОВКА</a:t>
            </a:r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preserve="1" userDrawn="1">
  <p:cSld name="Два объекта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68536032" name="Объект 2"/>
          <p:cNvSpPr>
            <a:spLocks noGrp="1"/>
          </p:cNvSpPr>
          <p:nvPr>
            <p:ph sz="half" idx="1"/>
          </p:nvPr>
        </p:nvSpPr>
        <p:spPr bwMode="auto">
          <a:xfrm>
            <a:off x="315387" y="1016001"/>
            <a:ext cx="5704418" cy="5184774"/>
          </a:xfrm>
        </p:spPr>
        <p:txBody>
          <a:bodyPr/>
          <a:lstStyle/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/>
          </a:p>
        </p:txBody>
      </p:sp>
      <p:sp>
        <p:nvSpPr>
          <p:cNvPr id="1042926064" name="Объект 3"/>
          <p:cNvSpPr>
            <a:spLocks noGrp="1"/>
          </p:cNvSpPr>
          <p:nvPr>
            <p:ph sz="half" idx="2"/>
          </p:nvPr>
        </p:nvSpPr>
        <p:spPr bwMode="auto">
          <a:xfrm>
            <a:off x="6172206" y="1016001"/>
            <a:ext cx="5670472" cy="5184774"/>
          </a:xfrm>
        </p:spPr>
        <p:txBody>
          <a:bodyPr/>
          <a:lstStyle/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/>
          </a:p>
        </p:txBody>
      </p:sp>
      <p:sp>
        <p:nvSpPr>
          <p:cNvPr id="1889770961" name="Дата 3"/>
          <p:cNvSpPr>
            <a:spLocks noGrp="1"/>
          </p:cNvSpPr>
          <p:nvPr>
            <p:ph type="dt" sz="half" idx="10"/>
          </p:nvPr>
        </p:nvSpPr>
        <p:spPr bwMode="auto"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43014BBE-C503-4380-A869-5EE8294FE947}" type="datetime1">
              <a:rPr lang="ru-RU"/>
              <a:t>29.09.2026</a:t>
            </a:fld>
            <a:endParaRPr lang="ru-RU"/>
          </a:p>
        </p:txBody>
      </p:sp>
      <p:sp>
        <p:nvSpPr>
          <p:cNvPr id="1213391983" name="Нижний колонтитул 4"/>
          <p:cNvSpPr>
            <a:spLocks noGrp="1"/>
          </p:cNvSpPr>
          <p:nvPr>
            <p:ph type="ftr" sz="quarter" idx="3"/>
          </p:nvPr>
        </p:nvSpPr>
        <p:spPr bwMode="auto"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837774908" name="Номер слайда 5"/>
          <p:cNvSpPr>
            <a:spLocks noGrp="1"/>
          </p:cNvSpPr>
          <p:nvPr>
            <p:ph type="sldNum" sz="quarter" idx="4"/>
          </p:nvPr>
        </p:nvSpPr>
        <p:spPr bwMode="auto">
          <a:xfrm>
            <a:off x="11413507" y="6356357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52DCC5B9-D646-4B76-891F-6FF4E74E9CB4}" type="slidenum">
              <a:rPr lang="ru-RU"/>
              <a:t>‹#›</a:t>
            </a:fld>
            <a:endParaRPr lang="ru-RU"/>
          </a:p>
        </p:txBody>
      </p:sp>
      <p:sp>
        <p:nvSpPr>
          <p:cNvPr id="919287558" name="Заголовок 1"/>
          <p:cNvSpPr>
            <a:spLocks noGrp="1"/>
          </p:cNvSpPr>
          <p:nvPr>
            <p:ph type="title"/>
          </p:nvPr>
        </p:nvSpPr>
        <p:spPr bwMode="auto">
          <a:xfrm>
            <a:off x="346075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pPr>
              <a:defRPr/>
            </a:pPr>
            <a:r>
              <a:rPr lang="ru-RU"/>
              <a:t>ОБРАЗЕЦ ЗАГОЛОВКА</a:t>
            </a:r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preserve="1" userDrawn="1">
  <p:cSld name="Сравнение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18555898" name="Текст 2"/>
          <p:cNvSpPr>
            <a:spLocks noGrp="1"/>
          </p:cNvSpPr>
          <p:nvPr>
            <p:ph type="body" idx="1"/>
          </p:nvPr>
        </p:nvSpPr>
        <p:spPr bwMode="auto">
          <a:xfrm>
            <a:off x="315386" y="1015427"/>
            <a:ext cx="5682193" cy="365125"/>
          </a:xfrm>
        </p:spPr>
        <p:txBody>
          <a:bodyPr anchor="b">
            <a:normAutofit/>
          </a:bodyPr>
          <a:lstStyle>
            <a:lvl1pPr marL="0" indent="0">
              <a:buNone/>
              <a:defRPr sz="1400" b="1"/>
            </a:lvl1pPr>
            <a:lvl2pPr marL="289378" indent="0">
              <a:buNone/>
              <a:defRPr sz="1250" b="1"/>
            </a:lvl2pPr>
            <a:lvl3pPr marL="578755" indent="0">
              <a:buNone/>
              <a:defRPr sz="1150" b="1"/>
            </a:lvl3pPr>
            <a:lvl4pPr marL="868132" indent="0">
              <a:buNone/>
              <a:defRPr sz="1000" b="1"/>
            </a:lvl4pPr>
            <a:lvl5pPr marL="1157510" indent="0">
              <a:buNone/>
              <a:defRPr sz="1000" b="1"/>
            </a:lvl5pPr>
            <a:lvl6pPr marL="1446887" indent="0">
              <a:buNone/>
              <a:defRPr sz="1000" b="1"/>
            </a:lvl6pPr>
            <a:lvl7pPr marL="1736266" indent="0">
              <a:buNone/>
              <a:defRPr sz="1000" b="1"/>
            </a:lvl7pPr>
            <a:lvl8pPr marL="2025644" indent="0">
              <a:buNone/>
              <a:defRPr sz="1000" b="1"/>
            </a:lvl8pPr>
            <a:lvl9pPr marL="2315021" indent="0">
              <a:buNone/>
              <a:defRPr sz="1000" b="1"/>
            </a:lvl9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2017223496" name="Объект 3"/>
          <p:cNvSpPr>
            <a:spLocks noGrp="1"/>
          </p:cNvSpPr>
          <p:nvPr>
            <p:ph sz="half" idx="2"/>
          </p:nvPr>
        </p:nvSpPr>
        <p:spPr bwMode="auto">
          <a:xfrm>
            <a:off x="349334" y="1598615"/>
            <a:ext cx="5648250" cy="4602160"/>
          </a:xfrm>
        </p:spPr>
        <p:txBody>
          <a:bodyPr/>
          <a:lstStyle/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</a:p>
        </p:txBody>
      </p:sp>
      <p:sp>
        <p:nvSpPr>
          <p:cNvPr id="731636676" name="Текст 4"/>
          <p:cNvSpPr>
            <a:spLocks noGrp="1"/>
          </p:cNvSpPr>
          <p:nvPr>
            <p:ph type="body" sz="quarter" idx="3"/>
          </p:nvPr>
        </p:nvSpPr>
        <p:spPr bwMode="auto">
          <a:xfrm>
            <a:off x="6172205" y="1015427"/>
            <a:ext cx="5684841" cy="365125"/>
          </a:xfrm>
        </p:spPr>
        <p:txBody>
          <a:bodyPr anchor="b">
            <a:normAutofit/>
          </a:bodyPr>
          <a:lstStyle>
            <a:lvl1pPr marL="0" indent="0">
              <a:buNone/>
              <a:defRPr sz="1400" b="1"/>
            </a:lvl1pPr>
            <a:lvl2pPr marL="289378" indent="0">
              <a:buNone/>
              <a:defRPr sz="1250" b="1"/>
            </a:lvl2pPr>
            <a:lvl3pPr marL="578755" indent="0">
              <a:buNone/>
              <a:defRPr sz="1150" b="1"/>
            </a:lvl3pPr>
            <a:lvl4pPr marL="868132" indent="0">
              <a:buNone/>
              <a:defRPr sz="1000" b="1"/>
            </a:lvl4pPr>
            <a:lvl5pPr marL="1157510" indent="0">
              <a:buNone/>
              <a:defRPr sz="1000" b="1"/>
            </a:lvl5pPr>
            <a:lvl6pPr marL="1446887" indent="0">
              <a:buNone/>
              <a:defRPr sz="1000" b="1"/>
            </a:lvl6pPr>
            <a:lvl7pPr marL="1736266" indent="0">
              <a:buNone/>
              <a:defRPr sz="1000" b="1"/>
            </a:lvl7pPr>
            <a:lvl8pPr marL="2025644" indent="0">
              <a:buNone/>
              <a:defRPr sz="1000" b="1"/>
            </a:lvl8pPr>
            <a:lvl9pPr marL="2315021" indent="0">
              <a:buNone/>
              <a:defRPr sz="1000" b="1"/>
            </a:lvl9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791712141" name="Объект 5"/>
          <p:cNvSpPr>
            <a:spLocks noGrp="1"/>
          </p:cNvSpPr>
          <p:nvPr>
            <p:ph sz="quarter" idx="4"/>
          </p:nvPr>
        </p:nvSpPr>
        <p:spPr bwMode="auto">
          <a:xfrm>
            <a:off x="6172202" y="1598615"/>
            <a:ext cx="5670472" cy="4602160"/>
          </a:xfrm>
        </p:spPr>
        <p:txBody>
          <a:bodyPr/>
          <a:lstStyle/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/>
          </a:p>
        </p:txBody>
      </p:sp>
      <p:sp>
        <p:nvSpPr>
          <p:cNvPr id="172805432" name="Дата 3"/>
          <p:cNvSpPr>
            <a:spLocks noGrp="1"/>
          </p:cNvSpPr>
          <p:nvPr>
            <p:ph type="dt" sz="half" idx="10"/>
          </p:nvPr>
        </p:nvSpPr>
        <p:spPr bwMode="auto"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0D568497-304A-497F-ADAE-97D3CF462C1C}" type="datetime1">
              <a:rPr lang="ru-RU"/>
              <a:t>29.09.2026</a:t>
            </a:fld>
            <a:endParaRPr lang="ru-RU"/>
          </a:p>
        </p:txBody>
      </p:sp>
      <p:sp>
        <p:nvSpPr>
          <p:cNvPr id="657734324" name="Нижний колонтитул 4"/>
          <p:cNvSpPr>
            <a:spLocks noGrp="1"/>
          </p:cNvSpPr>
          <p:nvPr>
            <p:ph type="ftr" sz="quarter" idx="11"/>
          </p:nvPr>
        </p:nvSpPr>
        <p:spPr bwMode="auto"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641445009" name="Номер слайда 5"/>
          <p:cNvSpPr>
            <a:spLocks noGrp="1"/>
          </p:cNvSpPr>
          <p:nvPr>
            <p:ph type="sldNum" sz="quarter" idx="12"/>
          </p:nvPr>
        </p:nvSpPr>
        <p:spPr bwMode="auto">
          <a:xfrm>
            <a:off x="11413507" y="6356357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52DCC5B9-D646-4B76-891F-6FF4E74E9CB4}" type="slidenum">
              <a:rPr lang="ru-RU"/>
              <a:t>‹#›</a:t>
            </a:fld>
            <a:endParaRPr lang="ru-RU"/>
          </a:p>
        </p:txBody>
      </p:sp>
      <p:sp>
        <p:nvSpPr>
          <p:cNvPr id="1291046477" name="Заголовок 1"/>
          <p:cNvSpPr>
            <a:spLocks noGrp="1"/>
          </p:cNvSpPr>
          <p:nvPr>
            <p:ph type="title"/>
          </p:nvPr>
        </p:nvSpPr>
        <p:spPr bwMode="auto">
          <a:xfrm>
            <a:off x="349334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pPr>
              <a:defRPr/>
            </a:pPr>
            <a:r>
              <a:rPr lang="ru-RU"/>
              <a:t>ОБРАЗЕЦ ЗАГОЛОВКА</a:t>
            </a:r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blank" preserve="1" userDrawn="1">
  <p:cSld name="Пустой слайд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48121395" name="Дата 3"/>
          <p:cNvSpPr>
            <a:spLocks noGrp="1"/>
          </p:cNvSpPr>
          <p:nvPr>
            <p:ph type="dt" sz="half" idx="2"/>
          </p:nvPr>
        </p:nvSpPr>
        <p:spPr bwMode="auto"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92CB240C-04A3-49D4-83F9-87A9C6C414DC}" type="datetime1">
              <a:rPr lang="ru-RU"/>
              <a:t>29.09.2026</a:t>
            </a:fld>
            <a:endParaRPr lang="ru-RU"/>
          </a:p>
        </p:txBody>
      </p:sp>
      <p:sp>
        <p:nvSpPr>
          <p:cNvPr id="1484279738" name="Нижний колонтитул 4"/>
          <p:cNvSpPr>
            <a:spLocks noGrp="1"/>
          </p:cNvSpPr>
          <p:nvPr>
            <p:ph type="ftr" sz="quarter" idx="3"/>
          </p:nvPr>
        </p:nvSpPr>
        <p:spPr bwMode="auto"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1486186759" name="Номер слайда 5"/>
          <p:cNvSpPr>
            <a:spLocks noGrp="1"/>
          </p:cNvSpPr>
          <p:nvPr>
            <p:ph type="sldNum" sz="quarter" idx="4"/>
          </p:nvPr>
        </p:nvSpPr>
        <p:spPr bwMode="auto">
          <a:xfrm>
            <a:off x="11413507" y="6356357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52DCC5B9-D646-4B76-891F-6FF4E74E9CB4}" type="slidenum">
              <a:rPr lang="ru-RU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objTx" preserve="1" userDrawn="1">
  <p:cSld name="Объект с подписью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61850110" name="Заголовок 1"/>
          <p:cNvSpPr>
            <a:spLocks noGrp="1"/>
          </p:cNvSpPr>
          <p:nvPr>
            <p:ph type="title" hasCustomPrompt="1"/>
          </p:nvPr>
        </p:nvSpPr>
        <p:spPr bwMode="auto">
          <a:xfrm>
            <a:off x="334966" y="1015999"/>
            <a:ext cx="4437062" cy="1213417"/>
          </a:xfrm>
        </p:spPr>
        <p:txBody>
          <a:bodyPr anchor="b"/>
          <a:lstStyle>
            <a:lvl1pPr>
              <a:defRPr sz="2400"/>
            </a:lvl1pPr>
          </a:lstStyle>
          <a:p>
            <a:pPr>
              <a:defRPr/>
            </a:pPr>
            <a:r>
              <a:rPr lang="ru-RU"/>
              <a:t>ОБРАЗЕЦ ЗАГОЛОВКА</a:t>
            </a:r>
            <a:endParaRPr/>
          </a:p>
        </p:txBody>
      </p:sp>
      <p:sp>
        <p:nvSpPr>
          <p:cNvPr id="975281028" name="Объект 2"/>
          <p:cNvSpPr>
            <a:spLocks noGrp="1"/>
          </p:cNvSpPr>
          <p:nvPr>
            <p:ph idx="1"/>
          </p:nvPr>
        </p:nvSpPr>
        <p:spPr bwMode="auto">
          <a:xfrm>
            <a:off x="5183194" y="1015999"/>
            <a:ext cx="6673847" cy="5049521"/>
          </a:xfrm>
        </p:spPr>
        <p:txBody>
          <a:bodyPr>
            <a:normAutofit/>
          </a:bodyPr>
          <a:lstStyle>
            <a:lvl1pPr>
              <a:defRPr sz="1750"/>
            </a:lvl1pPr>
            <a:lvl2pPr>
              <a:defRPr sz="1500"/>
            </a:lvl2pPr>
            <a:lvl3pPr>
              <a:defRPr sz="1250"/>
            </a:lvl3pPr>
            <a:lvl4pPr>
              <a:defRPr sz="1150"/>
            </a:lvl4pPr>
            <a:lvl5pPr>
              <a:defRPr sz="1150"/>
            </a:lvl5pPr>
            <a:lvl6pPr>
              <a:defRPr sz="1250"/>
            </a:lvl6pPr>
            <a:lvl7pPr>
              <a:defRPr sz="1250"/>
            </a:lvl7pPr>
            <a:lvl8pPr>
              <a:defRPr sz="1250"/>
            </a:lvl8pPr>
            <a:lvl9pPr>
              <a:defRPr sz="1250"/>
            </a:lvl9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/>
          </a:p>
        </p:txBody>
      </p:sp>
      <p:sp>
        <p:nvSpPr>
          <p:cNvPr id="896366570" name="Текст 3"/>
          <p:cNvSpPr>
            <a:spLocks noGrp="1"/>
          </p:cNvSpPr>
          <p:nvPr>
            <p:ph type="body" sz="half" idx="2"/>
          </p:nvPr>
        </p:nvSpPr>
        <p:spPr bwMode="auto">
          <a:xfrm>
            <a:off x="334966" y="2428239"/>
            <a:ext cx="4437062" cy="3637281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289378" indent="0">
              <a:buNone/>
              <a:defRPr sz="900"/>
            </a:lvl2pPr>
            <a:lvl3pPr marL="578755" indent="0">
              <a:buNone/>
              <a:defRPr sz="750"/>
            </a:lvl3pPr>
            <a:lvl4pPr marL="868132" indent="0">
              <a:buNone/>
              <a:defRPr sz="650"/>
            </a:lvl4pPr>
            <a:lvl5pPr marL="1157510" indent="0">
              <a:buNone/>
              <a:defRPr sz="650"/>
            </a:lvl5pPr>
            <a:lvl6pPr marL="1446887" indent="0">
              <a:buNone/>
              <a:defRPr sz="650"/>
            </a:lvl6pPr>
            <a:lvl7pPr marL="1736266" indent="0">
              <a:buNone/>
              <a:defRPr sz="650"/>
            </a:lvl7pPr>
            <a:lvl8pPr marL="2025644" indent="0">
              <a:buNone/>
              <a:defRPr sz="650"/>
            </a:lvl8pPr>
            <a:lvl9pPr marL="2315021" indent="0">
              <a:buNone/>
              <a:defRPr sz="650"/>
            </a:lvl9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1376611987" name="Дата 3"/>
          <p:cNvSpPr>
            <a:spLocks noGrp="1"/>
          </p:cNvSpPr>
          <p:nvPr>
            <p:ph type="dt" sz="half" idx="10"/>
          </p:nvPr>
        </p:nvSpPr>
        <p:spPr bwMode="auto"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DE74468B-3512-454B-AB51-7AE95604D39E}" type="datetime1">
              <a:rPr lang="ru-RU"/>
              <a:t>29.09.2026</a:t>
            </a:fld>
            <a:endParaRPr lang="ru-RU"/>
          </a:p>
        </p:txBody>
      </p:sp>
      <p:sp>
        <p:nvSpPr>
          <p:cNvPr id="1556152487" name="Нижний колонтитул 4"/>
          <p:cNvSpPr>
            <a:spLocks noGrp="1"/>
          </p:cNvSpPr>
          <p:nvPr>
            <p:ph type="ftr" sz="quarter" idx="3"/>
          </p:nvPr>
        </p:nvSpPr>
        <p:spPr bwMode="auto"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914589556" name="Номер слайда 5"/>
          <p:cNvSpPr>
            <a:spLocks noGrp="1"/>
          </p:cNvSpPr>
          <p:nvPr>
            <p:ph type="sldNum" sz="quarter" idx="4"/>
          </p:nvPr>
        </p:nvSpPr>
        <p:spPr bwMode="auto">
          <a:xfrm>
            <a:off x="11413507" y="6356357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52DCC5B9-D646-4B76-891F-6FF4E74E9CB4}" type="slidenum">
              <a:rPr lang="ru-RU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preserve="1" userDrawn="1">
  <p:cSld name="Рисунок с подписью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6801652" name="Дата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ABAB2196-A440-4E25-B9FF-D0ADB01B1A15}" type="datetime1">
              <a:rPr lang="ru-RU"/>
              <a:t>29.09.2026</a:t>
            </a:fld>
            <a:endParaRPr lang="ru-RU"/>
          </a:p>
        </p:txBody>
      </p:sp>
      <p:sp>
        <p:nvSpPr>
          <p:cNvPr id="2075348248" name="Нижний колонтитул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1519872225" name="Заголовок 1"/>
          <p:cNvSpPr>
            <a:spLocks noGrp="1"/>
          </p:cNvSpPr>
          <p:nvPr>
            <p:ph type="ctrTitle" hasCustomPrompt="1"/>
          </p:nvPr>
        </p:nvSpPr>
        <p:spPr bwMode="auto">
          <a:xfrm>
            <a:off x="802640" y="3922529"/>
            <a:ext cx="5293359" cy="1654542"/>
          </a:xfrm>
        </p:spPr>
        <p:txBody>
          <a:bodyPr anchor="ctr" anchorCtr="0"/>
          <a:lstStyle>
            <a:lvl1pPr algn="l">
              <a:defRPr sz="28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r>
              <a:rPr lang="ru-RU"/>
              <a:t>ОБРАЗЕЦ ЗАГОЛОВКА</a:t>
            </a:r>
            <a:endParaRPr/>
          </a:p>
        </p:txBody>
      </p:sp>
      <p:sp>
        <p:nvSpPr>
          <p:cNvPr id="1968345768" name="Номер слайда 5"/>
          <p:cNvSpPr>
            <a:spLocks noGrp="1"/>
          </p:cNvSpPr>
          <p:nvPr>
            <p:ph type="sldNum" sz="quarter" idx="4"/>
          </p:nvPr>
        </p:nvSpPr>
        <p:spPr bwMode="auto">
          <a:xfrm>
            <a:off x="11413507" y="6356357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52DCC5B9-D646-4B76-891F-6FF4E74E9CB4}" type="slidenum">
              <a:rPr lang="ru-RU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preserve="1" userDrawn="1">
  <p:cSld name="Содержание_1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31270877" name="Дата 3"/>
          <p:cNvSpPr>
            <a:spLocks noGrp="1"/>
          </p:cNvSpPr>
          <p:nvPr>
            <p:ph type="dt" sz="half" idx="2"/>
          </p:nvPr>
        </p:nvSpPr>
        <p:spPr bwMode="auto"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C7BAE699-64F9-49EF-B784-2DEF2B221955}" type="datetime1">
              <a:rPr lang="ru-RU"/>
              <a:t>29.09.2026</a:t>
            </a:fld>
            <a:endParaRPr lang="ru-RU"/>
          </a:p>
        </p:txBody>
      </p:sp>
      <p:sp>
        <p:nvSpPr>
          <p:cNvPr id="1950419902" name="Нижний колонтитул 4"/>
          <p:cNvSpPr>
            <a:spLocks noGrp="1"/>
          </p:cNvSpPr>
          <p:nvPr>
            <p:ph type="ftr" sz="quarter" idx="3"/>
          </p:nvPr>
        </p:nvSpPr>
        <p:spPr bwMode="auto"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20005845" name="Номер слайда 5"/>
          <p:cNvSpPr>
            <a:spLocks noGrp="1"/>
          </p:cNvSpPr>
          <p:nvPr>
            <p:ph type="sldNum" sz="quarter" idx="4"/>
          </p:nvPr>
        </p:nvSpPr>
        <p:spPr bwMode="auto">
          <a:xfrm>
            <a:off x="11413507" y="6356357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52DCC5B9-D646-4B76-891F-6FF4E74E9CB4}" type="slidenum">
              <a:rPr lang="ru-RU"/>
              <a:t>‹#›</a:t>
            </a:fld>
            <a:endParaRPr lang="ru-RU"/>
          </a:p>
        </p:txBody>
      </p:sp>
      <p:sp>
        <p:nvSpPr>
          <p:cNvPr id="1792380901" name="Текст 6"/>
          <p:cNvSpPr>
            <a:spLocks noGrp="1"/>
          </p:cNvSpPr>
          <p:nvPr>
            <p:ph type="body" sz="quarter" idx="37" hasCustomPrompt="1"/>
          </p:nvPr>
        </p:nvSpPr>
        <p:spPr bwMode="auto">
          <a:xfrm>
            <a:off x="1873541" y="1222713"/>
            <a:ext cx="3866856" cy="423628"/>
          </a:xfrm>
        </p:spPr>
        <p:txBody>
          <a:bodyPr>
            <a:noAutofit/>
          </a:bodyPr>
          <a:lstStyle>
            <a:lvl1pPr marL="0" indent="0">
              <a:buNone/>
              <a:defRPr sz="1600" b="1">
                <a:solidFill>
                  <a:schemeClr val="accent2"/>
                </a:solidFill>
              </a:defRPr>
            </a:lvl1pPr>
          </a:lstStyle>
          <a:p>
            <a:pPr lvl="0">
              <a:defRPr/>
            </a:pPr>
            <a:r>
              <a:rPr lang="ru-RU"/>
              <a:t>Заголовок</a:t>
            </a:r>
            <a:endParaRPr/>
          </a:p>
        </p:txBody>
      </p:sp>
      <p:sp>
        <p:nvSpPr>
          <p:cNvPr id="1874422937" name="Текст 9"/>
          <p:cNvSpPr>
            <a:spLocks noGrp="1"/>
          </p:cNvSpPr>
          <p:nvPr>
            <p:ph type="body" sz="quarter" idx="38" hasCustomPrompt="1"/>
          </p:nvPr>
        </p:nvSpPr>
        <p:spPr bwMode="auto">
          <a:xfrm>
            <a:off x="1873544" y="1790324"/>
            <a:ext cx="3866856" cy="672075"/>
          </a:xfrm>
        </p:spPr>
        <p:txBody>
          <a:bodyPr>
            <a:normAutofit/>
          </a:bodyPr>
          <a:lstStyle>
            <a:lvl2pPr>
              <a:defRPr sz="1400"/>
            </a:lvl2pPr>
          </a:lstStyle>
          <a:p>
            <a:pPr lvl="1">
              <a:defRPr/>
            </a:pPr>
            <a:r>
              <a:rPr lang="ru-RU"/>
              <a:t>Описание</a:t>
            </a:r>
            <a:endParaRPr/>
          </a:p>
        </p:txBody>
      </p:sp>
      <p:sp>
        <p:nvSpPr>
          <p:cNvPr id="1694822356" name="Текст 6"/>
          <p:cNvSpPr>
            <a:spLocks noGrp="1"/>
          </p:cNvSpPr>
          <p:nvPr>
            <p:ph type="body" sz="quarter" idx="39" hasCustomPrompt="1"/>
          </p:nvPr>
        </p:nvSpPr>
        <p:spPr bwMode="auto">
          <a:xfrm>
            <a:off x="1854185" y="2826697"/>
            <a:ext cx="3866856" cy="403756"/>
          </a:xfrm>
        </p:spPr>
        <p:txBody>
          <a:bodyPr>
            <a:noAutofit/>
          </a:bodyPr>
          <a:lstStyle>
            <a:lvl1pPr marL="0" indent="0">
              <a:buNone/>
              <a:defRPr sz="1600" b="1">
                <a:solidFill>
                  <a:schemeClr val="accent2"/>
                </a:solidFill>
              </a:defRPr>
            </a:lvl1pPr>
          </a:lstStyle>
          <a:p>
            <a:pPr lvl="0">
              <a:defRPr/>
            </a:pPr>
            <a:r>
              <a:rPr lang="ru-RU"/>
              <a:t>Заголовок</a:t>
            </a:r>
            <a:endParaRPr/>
          </a:p>
        </p:txBody>
      </p:sp>
      <p:sp>
        <p:nvSpPr>
          <p:cNvPr id="269095115" name="Текст 9"/>
          <p:cNvSpPr>
            <a:spLocks noGrp="1"/>
          </p:cNvSpPr>
          <p:nvPr>
            <p:ph type="body" sz="quarter" idx="40" hasCustomPrompt="1"/>
          </p:nvPr>
        </p:nvSpPr>
        <p:spPr bwMode="auto">
          <a:xfrm>
            <a:off x="1854185" y="3374436"/>
            <a:ext cx="3866856" cy="672075"/>
          </a:xfrm>
        </p:spPr>
        <p:txBody>
          <a:bodyPr>
            <a:normAutofit/>
          </a:bodyPr>
          <a:lstStyle>
            <a:lvl2pPr>
              <a:defRPr sz="1400"/>
            </a:lvl2pPr>
          </a:lstStyle>
          <a:p>
            <a:pPr lvl="1">
              <a:defRPr/>
            </a:pPr>
            <a:r>
              <a:rPr lang="ru-RU"/>
              <a:t>Описание</a:t>
            </a:r>
            <a:endParaRPr/>
          </a:p>
        </p:txBody>
      </p:sp>
      <p:sp>
        <p:nvSpPr>
          <p:cNvPr id="1682530970" name="Текст 6"/>
          <p:cNvSpPr>
            <a:spLocks noGrp="1"/>
          </p:cNvSpPr>
          <p:nvPr>
            <p:ph type="body" sz="quarter" idx="41" hasCustomPrompt="1"/>
          </p:nvPr>
        </p:nvSpPr>
        <p:spPr bwMode="auto">
          <a:xfrm>
            <a:off x="1854185" y="4410809"/>
            <a:ext cx="3866856" cy="403913"/>
          </a:xfrm>
        </p:spPr>
        <p:txBody>
          <a:bodyPr>
            <a:noAutofit/>
          </a:bodyPr>
          <a:lstStyle>
            <a:lvl1pPr marL="0" indent="0">
              <a:buNone/>
              <a:defRPr sz="1600" b="1">
                <a:solidFill>
                  <a:schemeClr val="accent2"/>
                </a:solidFill>
              </a:defRPr>
            </a:lvl1pPr>
          </a:lstStyle>
          <a:p>
            <a:pPr lvl="0">
              <a:defRPr/>
            </a:pPr>
            <a:r>
              <a:rPr lang="ru-RU"/>
              <a:t>Заголовок</a:t>
            </a:r>
            <a:endParaRPr/>
          </a:p>
        </p:txBody>
      </p:sp>
      <p:sp>
        <p:nvSpPr>
          <p:cNvPr id="1926454970" name="Текст 9"/>
          <p:cNvSpPr>
            <a:spLocks noGrp="1"/>
          </p:cNvSpPr>
          <p:nvPr>
            <p:ph type="body" sz="quarter" idx="42" hasCustomPrompt="1"/>
          </p:nvPr>
        </p:nvSpPr>
        <p:spPr bwMode="auto">
          <a:xfrm>
            <a:off x="1854185" y="4958548"/>
            <a:ext cx="3866856" cy="672075"/>
          </a:xfrm>
        </p:spPr>
        <p:txBody>
          <a:bodyPr>
            <a:normAutofit/>
          </a:bodyPr>
          <a:lstStyle>
            <a:lvl2pPr>
              <a:defRPr sz="1400"/>
            </a:lvl2pPr>
          </a:lstStyle>
          <a:p>
            <a:pPr lvl="1">
              <a:defRPr/>
            </a:pPr>
            <a:r>
              <a:rPr lang="ru-RU"/>
              <a:t>Описание</a:t>
            </a:r>
            <a:endParaRPr/>
          </a:p>
        </p:txBody>
      </p:sp>
      <p:sp>
        <p:nvSpPr>
          <p:cNvPr id="1069797757" name="Текст 6"/>
          <p:cNvSpPr>
            <a:spLocks noGrp="1"/>
          </p:cNvSpPr>
          <p:nvPr>
            <p:ph type="body" sz="quarter" idx="43" hasCustomPrompt="1"/>
          </p:nvPr>
        </p:nvSpPr>
        <p:spPr bwMode="auto">
          <a:xfrm>
            <a:off x="7546648" y="1222713"/>
            <a:ext cx="3866856" cy="423628"/>
          </a:xfrm>
        </p:spPr>
        <p:txBody>
          <a:bodyPr>
            <a:noAutofit/>
          </a:bodyPr>
          <a:lstStyle>
            <a:lvl1pPr marL="0" indent="0">
              <a:buNone/>
              <a:defRPr sz="1600" b="1">
                <a:solidFill>
                  <a:schemeClr val="accent2"/>
                </a:solidFill>
              </a:defRPr>
            </a:lvl1pPr>
          </a:lstStyle>
          <a:p>
            <a:pPr lvl="0">
              <a:defRPr/>
            </a:pPr>
            <a:r>
              <a:rPr lang="ru-RU"/>
              <a:t>Заголовок</a:t>
            </a:r>
            <a:endParaRPr/>
          </a:p>
        </p:txBody>
      </p:sp>
      <p:sp>
        <p:nvSpPr>
          <p:cNvPr id="1635738940" name="Текст 9"/>
          <p:cNvSpPr>
            <a:spLocks noGrp="1"/>
          </p:cNvSpPr>
          <p:nvPr>
            <p:ph type="body" sz="quarter" idx="44" hasCustomPrompt="1"/>
          </p:nvPr>
        </p:nvSpPr>
        <p:spPr bwMode="auto">
          <a:xfrm>
            <a:off x="7546651" y="1790324"/>
            <a:ext cx="3866856" cy="672075"/>
          </a:xfrm>
        </p:spPr>
        <p:txBody>
          <a:bodyPr>
            <a:normAutofit/>
          </a:bodyPr>
          <a:lstStyle>
            <a:lvl2pPr>
              <a:defRPr sz="1400"/>
            </a:lvl2pPr>
          </a:lstStyle>
          <a:p>
            <a:pPr lvl="1">
              <a:defRPr/>
            </a:pPr>
            <a:r>
              <a:rPr lang="ru-RU"/>
              <a:t>Описание</a:t>
            </a:r>
            <a:endParaRPr/>
          </a:p>
        </p:txBody>
      </p:sp>
      <p:sp>
        <p:nvSpPr>
          <p:cNvPr id="476364177" name="Текст 6"/>
          <p:cNvSpPr>
            <a:spLocks noGrp="1"/>
          </p:cNvSpPr>
          <p:nvPr>
            <p:ph type="body" sz="quarter" idx="45" hasCustomPrompt="1"/>
          </p:nvPr>
        </p:nvSpPr>
        <p:spPr bwMode="auto">
          <a:xfrm>
            <a:off x="7527292" y="2826697"/>
            <a:ext cx="3866856" cy="403756"/>
          </a:xfrm>
        </p:spPr>
        <p:txBody>
          <a:bodyPr>
            <a:noAutofit/>
          </a:bodyPr>
          <a:lstStyle>
            <a:lvl1pPr marL="0" indent="0">
              <a:buNone/>
              <a:defRPr sz="1600" b="1">
                <a:solidFill>
                  <a:schemeClr val="accent2"/>
                </a:solidFill>
              </a:defRPr>
            </a:lvl1pPr>
          </a:lstStyle>
          <a:p>
            <a:pPr lvl="0">
              <a:defRPr/>
            </a:pPr>
            <a:r>
              <a:rPr lang="ru-RU"/>
              <a:t>Заголовок</a:t>
            </a:r>
            <a:endParaRPr/>
          </a:p>
        </p:txBody>
      </p:sp>
      <p:sp>
        <p:nvSpPr>
          <p:cNvPr id="458554842" name="Текст 9"/>
          <p:cNvSpPr>
            <a:spLocks noGrp="1"/>
          </p:cNvSpPr>
          <p:nvPr>
            <p:ph type="body" sz="quarter" idx="46" hasCustomPrompt="1"/>
          </p:nvPr>
        </p:nvSpPr>
        <p:spPr bwMode="auto">
          <a:xfrm>
            <a:off x="7527292" y="3374436"/>
            <a:ext cx="3866856" cy="672075"/>
          </a:xfrm>
        </p:spPr>
        <p:txBody>
          <a:bodyPr>
            <a:normAutofit/>
          </a:bodyPr>
          <a:lstStyle>
            <a:lvl2pPr>
              <a:defRPr sz="1400"/>
            </a:lvl2pPr>
          </a:lstStyle>
          <a:p>
            <a:pPr lvl="1">
              <a:defRPr/>
            </a:pPr>
            <a:r>
              <a:rPr lang="ru-RU"/>
              <a:t>Описание</a:t>
            </a:r>
            <a:endParaRPr/>
          </a:p>
        </p:txBody>
      </p:sp>
      <p:sp>
        <p:nvSpPr>
          <p:cNvPr id="1682611309" name="Текст 6"/>
          <p:cNvSpPr>
            <a:spLocks noGrp="1"/>
          </p:cNvSpPr>
          <p:nvPr>
            <p:ph type="body" sz="quarter" idx="47" hasCustomPrompt="1"/>
          </p:nvPr>
        </p:nvSpPr>
        <p:spPr bwMode="auto">
          <a:xfrm>
            <a:off x="7527292" y="4410809"/>
            <a:ext cx="3866856" cy="403913"/>
          </a:xfrm>
        </p:spPr>
        <p:txBody>
          <a:bodyPr>
            <a:noAutofit/>
          </a:bodyPr>
          <a:lstStyle>
            <a:lvl1pPr marL="0" indent="0">
              <a:buNone/>
              <a:defRPr sz="1600" b="1">
                <a:solidFill>
                  <a:schemeClr val="accent2"/>
                </a:solidFill>
              </a:defRPr>
            </a:lvl1pPr>
          </a:lstStyle>
          <a:p>
            <a:pPr lvl="0">
              <a:defRPr/>
            </a:pPr>
            <a:r>
              <a:rPr lang="ru-RU"/>
              <a:t>Заголовок</a:t>
            </a:r>
            <a:endParaRPr/>
          </a:p>
        </p:txBody>
      </p:sp>
      <p:sp>
        <p:nvSpPr>
          <p:cNvPr id="680188690" name="Текст 9"/>
          <p:cNvSpPr>
            <a:spLocks noGrp="1"/>
          </p:cNvSpPr>
          <p:nvPr>
            <p:ph type="body" sz="quarter" idx="48" hasCustomPrompt="1"/>
          </p:nvPr>
        </p:nvSpPr>
        <p:spPr bwMode="auto">
          <a:xfrm>
            <a:off x="7527292" y="4958548"/>
            <a:ext cx="3866856" cy="672075"/>
          </a:xfrm>
        </p:spPr>
        <p:txBody>
          <a:bodyPr>
            <a:normAutofit/>
          </a:bodyPr>
          <a:lstStyle>
            <a:lvl2pPr>
              <a:defRPr sz="1400"/>
            </a:lvl2pPr>
          </a:lstStyle>
          <a:p>
            <a:pPr lvl="1">
              <a:defRPr/>
            </a:pPr>
            <a:r>
              <a:rPr lang="ru-RU"/>
              <a:t>Описание</a:t>
            </a:r>
            <a:endParaRPr/>
          </a:p>
        </p:txBody>
      </p:sp>
      <p:sp>
        <p:nvSpPr>
          <p:cNvPr id="1957727187" name="Заголовок 1"/>
          <p:cNvSpPr>
            <a:spLocks noGrp="1"/>
          </p:cNvSpPr>
          <p:nvPr>
            <p:ph type="title"/>
          </p:nvPr>
        </p:nvSpPr>
        <p:spPr bwMode="auto">
          <a:xfrm>
            <a:off x="346075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pPr>
              <a:defRPr/>
            </a:pPr>
            <a:r>
              <a:rPr lang="ru-RU"/>
              <a:t>ОБРАЗЕЦ ЗАГОЛОВКА</a:t>
            </a:r>
            <a:endParaRPr/>
          </a:p>
        </p:txBody>
      </p:sp>
      <p:sp>
        <p:nvSpPr>
          <p:cNvPr id="689925399" name="Текст 6"/>
          <p:cNvSpPr>
            <a:spLocks noGrp="1"/>
          </p:cNvSpPr>
          <p:nvPr>
            <p:ph type="body" sz="quarter" idx="49" hasCustomPrompt="1"/>
          </p:nvPr>
        </p:nvSpPr>
        <p:spPr bwMode="auto">
          <a:xfrm>
            <a:off x="778492" y="1187988"/>
            <a:ext cx="771003" cy="423628"/>
          </a:xfrm>
        </p:spPr>
        <p:txBody>
          <a:bodyPr>
            <a:noAutofit/>
          </a:bodyPr>
          <a:lstStyle>
            <a:lvl1pPr marL="0" indent="0">
              <a:buNone/>
              <a:defRPr sz="2800" b="0">
                <a:solidFill>
                  <a:schemeClr val="accent2"/>
                </a:solidFill>
              </a:defRPr>
            </a:lvl1pPr>
          </a:lstStyle>
          <a:p>
            <a:pPr lvl="0">
              <a:defRPr/>
            </a:pPr>
            <a:r>
              <a:rPr lang="ru-RU"/>
              <a:t>01</a:t>
            </a:r>
            <a:endParaRPr/>
          </a:p>
        </p:txBody>
      </p:sp>
      <p:sp>
        <p:nvSpPr>
          <p:cNvPr id="256972101" name="Текст 6"/>
          <p:cNvSpPr>
            <a:spLocks noGrp="1"/>
          </p:cNvSpPr>
          <p:nvPr>
            <p:ph type="body" sz="quarter" idx="50" hasCustomPrompt="1"/>
          </p:nvPr>
        </p:nvSpPr>
        <p:spPr bwMode="auto">
          <a:xfrm>
            <a:off x="759137" y="2791972"/>
            <a:ext cx="771003" cy="403756"/>
          </a:xfrm>
        </p:spPr>
        <p:txBody>
          <a:bodyPr>
            <a:noAutofit/>
          </a:bodyPr>
          <a:lstStyle>
            <a:lvl1pPr marL="0" indent="0">
              <a:buNone/>
              <a:defRPr sz="2800" b="0">
                <a:solidFill>
                  <a:schemeClr val="accent2"/>
                </a:solidFill>
              </a:defRPr>
            </a:lvl1pPr>
          </a:lstStyle>
          <a:p>
            <a:pPr lvl="0">
              <a:defRPr/>
            </a:pPr>
            <a:r>
              <a:rPr lang="ru-RU"/>
              <a:t>02</a:t>
            </a:r>
            <a:endParaRPr/>
          </a:p>
        </p:txBody>
      </p:sp>
      <p:sp>
        <p:nvSpPr>
          <p:cNvPr id="1208148889" name="Текст 6"/>
          <p:cNvSpPr>
            <a:spLocks noGrp="1"/>
          </p:cNvSpPr>
          <p:nvPr>
            <p:ph type="body" sz="quarter" idx="51" hasCustomPrompt="1"/>
          </p:nvPr>
        </p:nvSpPr>
        <p:spPr bwMode="auto">
          <a:xfrm>
            <a:off x="759137" y="4376084"/>
            <a:ext cx="771003" cy="403913"/>
          </a:xfrm>
        </p:spPr>
        <p:txBody>
          <a:bodyPr>
            <a:noAutofit/>
          </a:bodyPr>
          <a:lstStyle>
            <a:lvl1pPr marL="0" indent="0">
              <a:buNone/>
              <a:defRPr sz="2800" b="0">
                <a:solidFill>
                  <a:schemeClr val="accent2"/>
                </a:solidFill>
              </a:defRPr>
            </a:lvl1pPr>
          </a:lstStyle>
          <a:p>
            <a:pPr lvl="0">
              <a:defRPr/>
            </a:pPr>
            <a:r>
              <a:rPr lang="ru-RU"/>
              <a:t>03</a:t>
            </a:r>
            <a:endParaRPr/>
          </a:p>
        </p:txBody>
      </p:sp>
      <p:sp>
        <p:nvSpPr>
          <p:cNvPr id="684210003" name="Текст 6"/>
          <p:cNvSpPr>
            <a:spLocks noGrp="1"/>
          </p:cNvSpPr>
          <p:nvPr>
            <p:ph type="body" sz="quarter" idx="52" hasCustomPrompt="1"/>
          </p:nvPr>
        </p:nvSpPr>
        <p:spPr bwMode="auto">
          <a:xfrm>
            <a:off x="6451600" y="1187988"/>
            <a:ext cx="771003" cy="423628"/>
          </a:xfrm>
        </p:spPr>
        <p:txBody>
          <a:bodyPr>
            <a:noAutofit/>
          </a:bodyPr>
          <a:lstStyle>
            <a:lvl1pPr marL="0" indent="0">
              <a:buNone/>
              <a:defRPr sz="2800" b="0">
                <a:solidFill>
                  <a:schemeClr val="accent2"/>
                </a:solidFill>
              </a:defRPr>
            </a:lvl1pPr>
          </a:lstStyle>
          <a:p>
            <a:pPr lvl="0">
              <a:defRPr/>
            </a:pPr>
            <a:r>
              <a:rPr lang="ru-RU"/>
              <a:t>04</a:t>
            </a:r>
            <a:endParaRPr/>
          </a:p>
        </p:txBody>
      </p:sp>
      <p:sp>
        <p:nvSpPr>
          <p:cNvPr id="12519466" name="Текст 6"/>
          <p:cNvSpPr>
            <a:spLocks noGrp="1"/>
          </p:cNvSpPr>
          <p:nvPr>
            <p:ph type="body" sz="quarter" idx="53" hasCustomPrompt="1"/>
          </p:nvPr>
        </p:nvSpPr>
        <p:spPr bwMode="auto">
          <a:xfrm>
            <a:off x="6432244" y="2791972"/>
            <a:ext cx="771003" cy="403756"/>
          </a:xfrm>
        </p:spPr>
        <p:txBody>
          <a:bodyPr>
            <a:noAutofit/>
          </a:bodyPr>
          <a:lstStyle>
            <a:lvl1pPr marL="0" indent="0">
              <a:buNone/>
              <a:defRPr sz="2800" b="0">
                <a:solidFill>
                  <a:schemeClr val="accent2"/>
                </a:solidFill>
              </a:defRPr>
            </a:lvl1pPr>
          </a:lstStyle>
          <a:p>
            <a:pPr lvl="0">
              <a:defRPr/>
            </a:pPr>
            <a:r>
              <a:rPr lang="ru-RU"/>
              <a:t>05</a:t>
            </a:r>
            <a:endParaRPr/>
          </a:p>
        </p:txBody>
      </p:sp>
      <p:sp>
        <p:nvSpPr>
          <p:cNvPr id="1969617493" name="Текст 6"/>
          <p:cNvSpPr>
            <a:spLocks noGrp="1"/>
          </p:cNvSpPr>
          <p:nvPr>
            <p:ph type="body" sz="quarter" idx="54" hasCustomPrompt="1"/>
          </p:nvPr>
        </p:nvSpPr>
        <p:spPr bwMode="auto">
          <a:xfrm>
            <a:off x="6432244" y="4376084"/>
            <a:ext cx="771003" cy="403913"/>
          </a:xfrm>
        </p:spPr>
        <p:txBody>
          <a:bodyPr>
            <a:noAutofit/>
          </a:bodyPr>
          <a:lstStyle>
            <a:lvl1pPr marL="0" indent="0">
              <a:buNone/>
              <a:defRPr sz="2800" b="0">
                <a:solidFill>
                  <a:schemeClr val="accent2"/>
                </a:solidFill>
              </a:defRPr>
            </a:lvl1pPr>
          </a:lstStyle>
          <a:p>
            <a:pPr lvl="0">
              <a:defRPr/>
            </a:pPr>
            <a:r>
              <a:rPr lang="ru-RU"/>
              <a:t>06</a:t>
            </a:r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preserve="1" userDrawn="1">
  <p:cSld name="Фотографии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5408475" name="Дата 3"/>
          <p:cNvSpPr>
            <a:spLocks noGrp="1"/>
          </p:cNvSpPr>
          <p:nvPr>
            <p:ph type="dt" sz="half" idx="2"/>
          </p:nvPr>
        </p:nvSpPr>
        <p:spPr bwMode="auto"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CAFA80CC-940E-479C-90C0-76DA923785E9}" type="datetime1">
              <a:rPr lang="ru-RU"/>
              <a:t>29.09.2026</a:t>
            </a:fld>
            <a:endParaRPr lang="ru-RU"/>
          </a:p>
        </p:txBody>
      </p:sp>
      <p:sp>
        <p:nvSpPr>
          <p:cNvPr id="2088193324" name="Нижний колонтитул 4"/>
          <p:cNvSpPr>
            <a:spLocks noGrp="1"/>
          </p:cNvSpPr>
          <p:nvPr>
            <p:ph type="ftr" sz="quarter" idx="3"/>
          </p:nvPr>
        </p:nvSpPr>
        <p:spPr bwMode="auto"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675758961" name="Номер слайда 5"/>
          <p:cNvSpPr>
            <a:spLocks noGrp="1"/>
          </p:cNvSpPr>
          <p:nvPr>
            <p:ph type="sldNum" sz="quarter" idx="4"/>
          </p:nvPr>
        </p:nvSpPr>
        <p:spPr bwMode="auto">
          <a:xfrm>
            <a:off x="11413507" y="6356357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52DCC5B9-D646-4B76-891F-6FF4E74E9CB4}" type="slidenum">
              <a:rPr lang="ru-RU"/>
              <a:t>‹#›</a:t>
            </a:fld>
            <a:endParaRPr lang="ru-RU"/>
          </a:p>
        </p:txBody>
      </p:sp>
      <p:sp>
        <p:nvSpPr>
          <p:cNvPr id="1177865552" name="Заголовок 1"/>
          <p:cNvSpPr>
            <a:spLocks noGrp="1"/>
          </p:cNvSpPr>
          <p:nvPr>
            <p:ph type="title"/>
          </p:nvPr>
        </p:nvSpPr>
        <p:spPr bwMode="auto">
          <a:xfrm>
            <a:off x="372682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pPr>
              <a:defRPr/>
            </a:pPr>
            <a:r>
              <a:rPr lang="ru-RU"/>
              <a:t>ОБРАЗЕЦ ЗАГОЛОВКА</a:t>
            </a:r>
            <a:endParaRPr/>
          </a:p>
        </p:txBody>
      </p:sp>
      <p:sp>
        <p:nvSpPr>
          <p:cNvPr id="839753479" name="Рисунок 7"/>
          <p:cNvSpPr>
            <a:spLocks noGrp="1"/>
          </p:cNvSpPr>
          <p:nvPr>
            <p:ph type="pic" sz="quarter" idx="10"/>
          </p:nvPr>
        </p:nvSpPr>
        <p:spPr bwMode="auto">
          <a:xfrm>
            <a:off x="7440147" y="1016001"/>
            <a:ext cx="4405777" cy="3078479"/>
          </a:xfrm>
        </p:spPr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967254588" name="Рисунок 9"/>
          <p:cNvSpPr>
            <a:spLocks noGrp="1"/>
          </p:cNvSpPr>
          <p:nvPr>
            <p:ph type="pic" sz="quarter" idx="11"/>
          </p:nvPr>
        </p:nvSpPr>
        <p:spPr bwMode="auto">
          <a:xfrm>
            <a:off x="7440149" y="4389108"/>
            <a:ext cx="4405775" cy="1811668"/>
          </a:xfrm>
        </p:spPr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401935067" name="Рисунок 11"/>
          <p:cNvSpPr>
            <a:spLocks noGrp="1"/>
          </p:cNvSpPr>
          <p:nvPr>
            <p:ph type="pic" sz="quarter" idx="12"/>
          </p:nvPr>
        </p:nvSpPr>
        <p:spPr bwMode="auto">
          <a:xfrm>
            <a:off x="346075" y="3223948"/>
            <a:ext cx="6806142" cy="2976827"/>
          </a:xfrm>
        </p:spPr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1620516688" name="Текст 15"/>
          <p:cNvSpPr>
            <a:spLocks noGrp="1"/>
          </p:cNvSpPr>
          <p:nvPr>
            <p:ph type="body" sz="quarter" idx="14"/>
          </p:nvPr>
        </p:nvSpPr>
        <p:spPr bwMode="auto">
          <a:xfrm>
            <a:off x="346075" y="1016001"/>
            <a:ext cx="6806142" cy="2029882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preserve="1" userDrawn="1">
  <p:cSld name="Пункты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76253298" name="Дата 3"/>
          <p:cNvSpPr>
            <a:spLocks noGrp="1"/>
          </p:cNvSpPr>
          <p:nvPr>
            <p:ph type="dt" sz="half" idx="2"/>
          </p:nvPr>
        </p:nvSpPr>
        <p:spPr bwMode="auto"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82A4DA7B-A7D8-4443-AD1C-4C7CDC678488}" type="datetime1">
              <a:rPr lang="ru-RU"/>
              <a:t>29.09.2026</a:t>
            </a:fld>
            <a:endParaRPr lang="ru-RU"/>
          </a:p>
        </p:txBody>
      </p:sp>
      <p:sp>
        <p:nvSpPr>
          <p:cNvPr id="1495724826" name="Нижний колонтитул 4"/>
          <p:cNvSpPr>
            <a:spLocks noGrp="1"/>
          </p:cNvSpPr>
          <p:nvPr>
            <p:ph type="ftr" sz="quarter" idx="3"/>
          </p:nvPr>
        </p:nvSpPr>
        <p:spPr bwMode="auto"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884074013" name="Заголовок 1"/>
          <p:cNvSpPr>
            <a:spLocks noGrp="1"/>
          </p:cNvSpPr>
          <p:nvPr>
            <p:ph type="title"/>
          </p:nvPr>
        </p:nvSpPr>
        <p:spPr bwMode="auto">
          <a:xfrm>
            <a:off x="361107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pPr>
              <a:defRPr/>
            </a:pPr>
            <a:r>
              <a:rPr lang="ru-RU"/>
              <a:t>ОБРАЗЕЦ ЗАГОЛОВКА</a:t>
            </a:r>
            <a:endParaRPr/>
          </a:p>
        </p:txBody>
      </p:sp>
      <p:sp>
        <p:nvSpPr>
          <p:cNvPr id="2103893195" name="Текст 101"/>
          <p:cNvSpPr>
            <a:spLocks noGrp="1"/>
          </p:cNvSpPr>
          <p:nvPr>
            <p:ph type="body" sz="quarter" idx="14" hasCustomPrompt="1"/>
          </p:nvPr>
        </p:nvSpPr>
        <p:spPr bwMode="auto">
          <a:xfrm>
            <a:off x="1994303" y="2973742"/>
            <a:ext cx="2190810" cy="910516"/>
          </a:xfrm>
        </p:spPr>
        <p:txBody>
          <a:bodyPr/>
          <a:lstStyle>
            <a:lvl1pPr marL="0" indent="0" algn="ctr">
              <a:buNone/>
              <a:defRPr lang="ru-RU"/>
            </a:lvl1pPr>
          </a:lstStyle>
          <a:p>
            <a:pPr lvl="0">
              <a:defRPr/>
            </a:pPr>
            <a:r>
              <a:rPr lang="ru-RU"/>
              <a:t>Текст</a:t>
            </a:r>
            <a:endParaRPr/>
          </a:p>
        </p:txBody>
      </p:sp>
      <p:sp>
        <p:nvSpPr>
          <p:cNvPr id="808292524" name="Текст 74"/>
          <p:cNvSpPr>
            <a:spLocks noGrp="1"/>
          </p:cNvSpPr>
          <p:nvPr>
            <p:ph type="body" sz="quarter" idx="15"/>
          </p:nvPr>
        </p:nvSpPr>
        <p:spPr bwMode="auto">
          <a:xfrm>
            <a:off x="6662923" y="1588128"/>
            <a:ext cx="4902200" cy="712587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2031151279" name="Текст 74"/>
          <p:cNvSpPr>
            <a:spLocks noGrp="1"/>
          </p:cNvSpPr>
          <p:nvPr>
            <p:ph type="body" sz="quarter" idx="16"/>
          </p:nvPr>
        </p:nvSpPr>
        <p:spPr bwMode="auto">
          <a:xfrm>
            <a:off x="6662923" y="2445138"/>
            <a:ext cx="4902200" cy="712587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1998998086" name="Текст 74"/>
          <p:cNvSpPr>
            <a:spLocks noGrp="1"/>
          </p:cNvSpPr>
          <p:nvPr>
            <p:ph type="body" sz="quarter" idx="17"/>
          </p:nvPr>
        </p:nvSpPr>
        <p:spPr bwMode="auto">
          <a:xfrm>
            <a:off x="6662923" y="3302147"/>
            <a:ext cx="4902200" cy="712587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741709136" name="Текст 74"/>
          <p:cNvSpPr>
            <a:spLocks noGrp="1"/>
          </p:cNvSpPr>
          <p:nvPr>
            <p:ph type="body" sz="quarter" idx="18"/>
          </p:nvPr>
        </p:nvSpPr>
        <p:spPr bwMode="auto">
          <a:xfrm>
            <a:off x="6662923" y="4159156"/>
            <a:ext cx="4902200" cy="712587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239403092" name="Текст 74"/>
          <p:cNvSpPr>
            <a:spLocks noGrp="1"/>
          </p:cNvSpPr>
          <p:nvPr>
            <p:ph type="body" sz="quarter" idx="19"/>
          </p:nvPr>
        </p:nvSpPr>
        <p:spPr bwMode="auto">
          <a:xfrm>
            <a:off x="6662923" y="5016166"/>
            <a:ext cx="4902200" cy="712587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preserve="1" userDrawn="1">
  <p:cSld name="Статистика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4254082" name="Дата 3"/>
          <p:cNvSpPr>
            <a:spLocks noGrp="1"/>
          </p:cNvSpPr>
          <p:nvPr>
            <p:ph type="dt" sz="half" idx="2"/>
          </p:nvPr>
        </p:nvSpPr>
        <p:spPr bwMode="auto"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44E505DF-C567-47F2-9374-60838F800101}" type="datetime1">
              <a:rPr lang="ru-RU"/>
              <a:t>29.09.2026</a:t>
            </a:fld>
            <a:endParaRPr lang="ru-RU"/>
          </a:p>
        </p:txBody>
      </p:sp>
      <p:sp>
        <p:nvSpPr>
          <p:cNvPr id="1510793381" name="Нижний колонтитул 4"/>
          <p:cNvSpPr>
            <a:spLocks noGrp="1"/>
          </p:cNvSpPr>
          <p:nvPr>
            <p:ph type="ftr" sz="quarter" idx="3"/>
          </p:nvPr>
        </p:nvSpPr>
        <p:spPr bwMode="auto"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1552299328" name="Номер слайда 5"/>
          <p:cNvSpPr>
            <a:spLocks noGrp="1"/>
          </p:cNvSpPr>
          <p:nvPr>
            <p:ph type="sldNum" sz="quarter" idx="4"/>
          </p:nvPr>
        </p:nvSpPr>
        <p:spPr bwMode="auto">
          <a:xfrm>
            <a:off x="11413507" y="6356357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52DCC5B9-D646-4B76-891F-6FF4E74E9CB4}" type="slidenum">
              <a:rPr lang="ru-RU"/>
              <a:t>‹#›</a:t>
            </a:fld>
            <a:endParaRPr lang="ru-RU"/>
          </a:p>
        </p:txBody>
      </p:sp>
      <p:sp>
        <p:nvSpPr>
          <p:cNvPr id="337256866" name="Заголовок 1"/>
          <p:cNvSpPr>
            <a:spLocks noGrp="1"/>
          </p:cNvSpPr>
          <p:nvPr>
            <p:ph type="title"/>
          </p:nvPr>
        </p:nvSpPr>
        <p:spPr bwMode="auto">
          <a:xfrm>
            <a:off x="361107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pPr>
              <a:defRPr/>
            </a:pPr>
            <a:r>
              <a:rPr lang="ru-RU"/>
              <a:t>ОБРАЗЕЦ ЗАГОЛОВКА</a:t>
            </a:r>
            <a:endParaRPr/>
          </a:p>
        </p:txBody>
      </p:sp>
      <p:sp>
        <p:nvSpPr>
          <p:cNvPr id="1868929240" name="Текст 35"/>
          <p:cNvSpPr>
            <a:spLocks noGrp="1"/>
          </p:cNvSpPr>
          <p:nvPr>
            <p:ph type="body" sz="quarter" idx="21"/>
          </p:nvPr>
        </p:nvSpPr>
        <p:spPr bwMode="auto">
          <a:xfrm>
            <a:off x="6683077" y="1026867"/>
            <a:ext cx="4790314" cy="1615356"/>
          </a:xfrm>
          <a:prstGeom prst="roundRect">
            <a:avLst>
              <a:gd name="adj" fmla="val 1666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2"/>
                </a:solidFill>
              </a:defRPr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1938882151" name="Текст 35"/>
          <p:cNvSpPr>
            <a:spLocks noGrp="1"/>
          </p:cNvSpPr>
          <p:nvPr>
            <p:ph type="body" sz="quarter" idx="18"/>
          </p:nvPr>
        </p:nvSpPr>
        <p:spPr bwMode="auto">
          <a:xfrm>
            <a:off x="6683077" y="1626932"/>
            <a:ext cx="4790314" cy="1015291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1018155805" name="Текст 35"/>
          <p:cNvSpPr>
            <a:spLocks noGrp="1"/>
          </p:cNvSpPr>
          <p:nvPr>
            <p:ph type="body" sz="quarter" idx="22"/>
          </p:nvPr>
        </p:nvSpPr>
        <p:spPr bwMode="auto">
          <a:xfrm>
            <a:off x="6683077" y="2807582"/>
            <a:ext cx="4790314" cy="1615356"/>
          </a:xfrm>
          <a:prstGeom prst="roundRect">
            <a:avLst>
              <a:gd name="adj" fmla="val 1666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2"/>
                </a:solidFill>
              </a:defRPr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1263972428" name="Текст 35"/>
          <p:cNvSpPr>
            <a:spLocks noGrp="1"/>
          </p:cNvSpPr>
          <p:nvPr>
            <p:ph type="body" sz="quarter" idx="23"/>
          </p:nvPr>
        </p:nvSpPr>
        <p:spPr bwMode="auto">
          <a:xfrm>
            <a:off x="6683077" y="3407647"/>
            <a:ext cx="4790314" cy="1015291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564720584" name="Текст 35"/>
          <p:cNvSpPr>
            <a:spLocks noGrp="1"/>
          </p:cNvSpPr>
          <p:nvPr>
            <p:ph type="body" sz="quarter" idx="24"/>
          </p:nvPr>
        </p:nvSpPr>
        <p:spPr bwMode="auto">
          <a:xfrm>
            <a:off x="6683077" y="4584029"/>
            <a:ext cx="4790314" cy="1615356"/>
          </a:xfrm>
          <a:prstGeom prst="roundRect">
            <a:avLst>
              <a:gd name="adj" fmla="val 1666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2"/>
                </a:solidFill>
              </a:defRPr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722754983" name="Текст 35"/>
          <p:cNvSpPr>
            <a:spLocks noGrp="1"/>
          </p:cNvSpPr>
          <p:nvPr>
            <p:ph type="body" sz="quarter" idx="25"/>
          </p:nvPr>
        </p:nvSpPr>
        <p:spPr bwMode="auto">
          <a:xfrm>
            <a:off x="6683077" y="5184094"/>
            <a:ext cx="4790314" cy="1015291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preserve="1" userDrawn="1">
  <p:cSld name="1_Статистика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88581099" name="Дата 3"/>
          <p:cNvSpPr>
            <a:spLocks noGrp="1"/>
          </p:cNvSpPr>
          <p:nvPr>
            <p:ph type="dt" sz="half" idx="2"/>
          </p:nvPr>
        </p:nvSpPr>
        <p:spPr bwMode="auto"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2938A0C3-5C2F-47B8-B008-79A49A1195BA}" type="datetime1">
              <a:rPr lang="ru-RU"/>
              <a:t>29.09.2026</a:t>
            </a:fld>
            <a:endParaRPr lang="ru-RU"/>
          </a:p>
        </p:txBody>
      </p:sp>
      <p:sp>
        <p:nvSpPr>
          <p:cNvPr id="450794199" name="Нижний колонтитул 4"/>
          <p:cNvSpPr>
            <a:spLocks noGrp="1"/>
          </p:cNvSpPr>
          <p:nvPr>
            <p:ph type="ftr" sz="quarter" idx="3"/>
          </p:nvPr>
        </p:nvSpPr>
        <p:spPr bwMode="auto"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1900815293" name="Номер слайда 5"/>
          <p:cNvSpPr>
            <a:spLocks noGrp="1"/>
          </p:cNvSpPr>
          <p:nvPr>
            <p:ph type="sldNum" sz="quarter" idx="4"/>
          </p:nvPr>
        </p:nvSpPr>
        <p:spPr bwMode="auto">
          <a:xfrm>
            <a:off x="11413507" y="6356357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52DCC5B9-D646-4B76-891F-6FF4E74E9CB4}" type="slidenum">
              <a:rPr lang="ru-RU"/>
              <a:t>‹#›</a:t>
            </a:fld>
            <a:endParaRPr lang="ru-RU"/>
          </a:p>
        </p:txBody>
      </p:sp>
      <p:sp>
        <p:nvSpPr>
          <p:cNvPr id="597326524" name="Заголовок 1"/>
          <p:cNvSpPr>
            <a:spLocks noGrp="1"/>
          </p:cNvSpPr>
          <p:nvPr>
            <p:ph type="title"/>
          </p:nvPr>
        </p:nvSpPr>
        <p:spPr bwMode="auto">
          <a:xfrm>
            <a:off x="349532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pPr>
              <a:defRPr/>
            </a:pPr>
            <a:r>
              <a:rPr lang="ru-RU"/>
              <a:t>ОБРАЗЕЦ ЗАГОЛОВКА</a:t>
            </a:r>
            <a:endParaRPr/>
          </a:p>
        </p:txBody>
      </p:sp>
      <p:sp>
        <p:nvSpPr>
          <p:cNvPr id="1691145851" name="Текст 35"/>
          <p:cNvSpPr>
            <a:spLocks noGrp="1"/>
          </p:cNvSpPr>
          <p:nvPr>
            <p:ph type="body" sz="quarter" idx="21"/>
          </p:nvPr>
        </p:nvSpPr>
        <p:spPr bwMode="auto">
          <a:xfrm>
            <a:off x="6683077" y="1016000"/>
            <a:ext cx="4790314" cy="1021701"/>
          </a:xfrm>
          <a:prstGeom prst="roundRect">
            <a:avLst>
              <a:gd name="adj" fmla="val 1666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1"/>
                </a:solidFill>
              </a:defRPr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41476688" name="Текст 35"/>
          <p:cNvSpPr>
            <a:spLocks noGrp="1"/>
          </p:cNvSpPr>
          <p:nvPr>
            <p:ph type="body" sz="quarter" idx="18"/>
          </p:nvPr>
        </p:nvSpPr>
        <p:spPr bwMode="auto">
          <a:xfrm>
            <a:off x="6683077" y="1395537"/>
            <a:ext cx="4790314" cy="642164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730660304" name="Текст 35"/>
          <p:cNvSpPr>
            <a:spLocks noGrp="1"/>
          </p:cNvSpPr>
          <p:nvPr>
            <p:ph type="body" sz="quarter" idx="22"/>
          </p:nvPr>
        </p:nvSpPr>
        <p:spPr bwMode="auto">
          <a:xfrm>
            <a:off x="6683077" y="2284561"/>
            <a:ext cx="4790314" cy="1021701"/>
          </a:xfrm>
          <a:prstGeom prst="roundRect">
            <a:avLst>
              <a:gd name="adj" fmla="val 1666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5">
                    <a:lumMod val="60000"/>
                    <a:lumOff val="40000"/>
                  </a:schemeClr>
                </a:solidFill>
              </a:defRPr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399164481" name="Текст 35"/>
          <p:cNvSpPr>
            <a:spLocks noGrp="1"/>
          </p:cNvSpPr>
          <p:nvPr>
            <p:ph type="body" sz="quarter" idx="23"/>
          </p:nvPr>
        </p:nvSpPr>
        <p:spPr bwMode="auto">
          <a:xfrm>
            <a:off x="6683077" y="2664098"/>
            <a:ext cx="4790314" cy="642164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1160248213" name="Текст 35"/>
          <p:cNvSpPr>
            <a:spLocks noGrp="1"/>
          </p:cNvSpPr>
          <p:nvPr>
            <p:ph type="body" sz="quarter" idx="24"/>
          </p:nvPr>
        </p:nvSpPr>
        <p:spPr bwMode="auto">
          <a:xfrm>
            <a:off x="6683077" y="3553122"/>
            <a:ext cx="4790314" cy="1021701"/>
          </a:xfrm>
          <a:prstGeom prst="roundRect">
            <a:avLst>
              <a:gd name="adj" fmla="val 1666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4"/>
                </a:solidFill>
              </a:defRPr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41652764" name="Текст 35"/>
          <p:cNvSpPr>
            <a:spLocks noGrp="1"/>
          </p:cNvSpPr>
          <p:nvPr>
            <p:ph type="body" sz="quarter" idx="25"/>
          </p:nvPr>
        </p:nvSpPr>
        <p:spPr bwMode="auto">
          <a:xfrm>
            <a:off x="6683077" y="3932658"/>
            <a:ext cx="4790314" cy="642164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969505246" name="Текст 35"/>
          <p:cNvSpPr>
            <a:spLocks noGrp="1"/>
          </p:cNvSpPr>
          <p:nvPr>
            <p:ph type="body" sz="quarter" idx="26"/>
          </p:nvPr>
        </p:nvSpPr>
        <p:spPr bwMode="auto">
          <a:xfrm>
            <a:off x="6683077" y="4821684"/>
            <a:ext cx="4790314" cy="1021701"/>
          </a:xfrm>
          <a:prstGeom prst="roundRect">
            <a:avLst>
              <a:gd name="adj" fmla="val 1666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2"/>
                </a:solidFill>
              </a:defRPr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469304354" name="Текст 35"/>
          <p:cNvSpPr>
            <a:spLocks noGrp="1"/>
          </p:cNvSpPr>
          <p:nvPr>
            <p:ph type="body" sz="quarter" idx="27"/>
          </p:nvPr>
        </p:nvSpPr>
        <p:spPr bwMode="auto">
          <a:xfrm>
            <a:off x="6683077" y="5201221"/>
            <a:ext cx="4790314" cy="642164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preserve="1" userDrawn="1">
  <p:cSld name="2_Статистика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36669273" name="Дата 3"/>
          <p:cNvSpPr>
            <a:spLocks noGrp="1"/>
          </p:cNvSpPr>
          <p:nvPr>
            <p:ph type="dt" sz="half" idx="2"/>
          </p:nvPr>
        </p:nvSpPr>
        <p:spPr bwMode="auto"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BF4F29EB-DFD0-428E-8E89-ED117A3553E3}" type="datetime1">
              <a:rPr lang="ru-RU"/>
              <a:t>29.09.2026</a:t>
            </a:fld>
            <a:endParaRPr lang="ru-RU"/>
          </a:p>
        </p:txBody>
      </p:sp>
      <p:sp>
        <p:nvSpPr>
          <p:cNvPr id="343755584" name="Нижний колонтитул 4"/>
          <p:cNvSpPr>
            <a:spLocks noGrp="1"/>
          </p:cNvSpPr>
          <p:nvPr>
            <p:ph type="ftr" sz="quarter" idx="3"/>
          </p:nvPr>
        </p:nvSpPr>
        <p:spPr bwMode="auto"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971522661" name="Номер слайда 5"/>
          <p:cNvSpPr>
            <a:spLocks noGrp="1"/>
          </p:cNvSpPr>
          <p:nvPr>
            <p:ph type="sldNum" sz="quarter" idx="4"/>
          </p:nvPr>
        </p:nvSpPr>
        <p:spPr bwMode="auto">
          <a:xfrm>
            <a:off x="11413507" y="6356357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52DCC5B9-D646-4B76-891F-6FF4E74E9CB4}" type="slidenum">
              <a:rPr lang="ru-RU"/>
              <a:t>‹#›</a:t>
            </a:fld>
            <a:endParaRPr lang="ru-RU"/>
          </a:p>
        </p:txBody>
      </p:sp>
      <p:sp>
        <p:nvSpPr>
          <p:cNvPr id="1245142924" name="Заголовок 1"/>
          <p:cNvSpPr>
            <a:spLocks noGrp="1"/>
          </p:cNvSpPr>
          <p:nvPr>
            <p:ph type="title"/>
          </p:nvPr>
        </p:nvSpPr>
        <p:spPr bwMode="auto">
          <a:xfrm>
            <a:off x="367721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pPr>
              <a:defRPr/>
            </a:pPr>
            <a:r>
              <a:rPr lang="ru-RU"/>
              <a:t>ОБРАЗЕЦ ЗАГОЛОВКА</a:t>
            </a:r>
            <a:endParaRPr/>
          </a:p>
        </p:txBody>
      </p:sp>
      <p:sp>
        <p:nvSpPr>
          <p:cNvPr id="1632442884" name="Текст 35"/>
          <p:cNvSpPr>
            <a:spLocks noGrp="1"/>
          </p:cNvSpPr>
          <p:nvPr>
            <p:ph type="body" sz="quarter" idx="21"/>
          </p:nvPr>
        </p:nvSpPr>
        <p:spPr bwMode="auto">
          <a:xfrm>
            <a:off x="6683077" y="1016000"/>
            <a:ext cx="4790314" cy="1021701"/>
          </a:xfrm>
          <a:prstGeom prst="roundRect">
            <a:avLst>
              <a:gd name="adj" fmla="val 1666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1"/>
                </a:solidFill>
              </a:defRPr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1491519423" name="Текст 35"/>
          <p:cNvSpPr>
            <a:spLocks noGrp="1"/>
          </p:cNvSpPr>
          <p:nvPr>
            <p:ph type="body" sz="quarter" idx="18"/>
          </p:nvPr>
        </p:nvSpPr>
        <p:spPr bwMode="auto">
          <a:xfrm>
            <a:off x="6683077" y="1395537"/>
            <a:ext cx="4790314" cy="642164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2018792073" name="Текст 35"/>
          <p:cNvSpPr>
            <a:spLocks noGrp="1"/>
          </p:cNvSpPr>
          <p:nvPr>
            <p:ph type="body" sz="quarter" idx="22"/>
          </p:nvPr>
        </p:nvSpPr>
        <p:spPr bwMode="auto">
          <a:xfrm>
            <a:off x="6683077" y="2284561"/>
            <a:ext cx="4790314" cy="1021701"/>
          </a:xfrm>
          <a:prstGeom prst="roundRect">
            <a:avLst>
              <a:gd name="adj" fmla="val 1666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5">
                    <a:lumMod val="60000"/>
                    <a:lumOff val="40000"/>
                  </a:schemeClr>
                </a:solidFill>
              </a:defRPr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1982414852" name="Текст 35"/>
          <p:cNvSpPr>
            <a:spLocks noGrp="1"/>
          </p:cNvSpPr>
          <p:nvPr>
            <p:ph type="body" sz="quarter" idx="23"/>
          </p:nvPr>
        </p:nvSpPr>
        <p:spPr bwMode="auto">
          <a:xfrm>
            <a:off x="6683077" y="2664098"/>
            <a:ext cx="4790314" cy="642164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1654076117" name="Текст 35"/>
          <p:cNvSpPr>
            <a:spLocks noGrp="1"/>
          </p:cNvSpPr>
          <p:nvPr>
            <p:ph type="body" sz="quarter" idx="24"/>
          </p:nvPr>
        </p:nvSpPr>
        <p:spPr bwMode="auto">
          <a:xfrm>
            <a:off x="6683077" y="3553122"/>
            <a:ext cx="4790314" cy="1021701"/>
          </a:xfrm>
          <a:prstGeom prst="roundRect">
            <a:avLst>
              <a:gd name="adj" fmla="val 1666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4"/>
                </a:solidFill>
              </a:defRPr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1562832623" name="Текст 35"/>
          <p:cNvSpPr>
            <a:spLocks noGrp="1"/>
          </p:cNvSpPr>
          <p:nvPr>
            <p:ph type="body" sz="quarter" idx="25"/>
          </p:nvPr>
        </p:nvSpPr>
        <p:spPr bwMode="auto">
          <a:xfrm>
            <a:off x="6683077" y="3932658"/>
            <a:ext cx="4790314" cy="642164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1206192035" name="Текст 35"/>
          <p:cNvSpPr>
            <a:spLocks noGrp="1"/>
          </p:cNvSpPr>
          <p:nvPr>
            <p:ph type="body" sz="quarter" idx="26"/>
          </p:nvPr>
        </p:nvSpPr>
        <p:spPr bwMode="auto">
          <a:xfrm>
            <a:off x="6683077" y="4821684"/>
            <a:ext cx="4790314" cy="1021701"/>
          </a:xfrm>
          <a:prstGeom prst="roundRect">
            <a:avLst>
              <a:gd name="adj" fmla="val 1666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2"/>
                </a:solidFill>
              </a:defRPr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1154626048" name="Текст 35"/>
          <p:cNvSpPr>
            <a:spLocks noGrp="1"/>
          </p:cNvSpPr>
          <p:nvPr>
            <p:ph type="body" sz="quarter" idx="27"/>
          </p:nvPr>
        </p:nvSpPr>
        <p:spPr bwMode="auto">
          <a:xfrm>
            <a:off x="6683077" y="5201221"/>
            <a:ext cx="4790314" cy="642164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preserve="1" userDrawn="1">
  <p:cSld name="Стадии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48498588" name="Дата 3"/>
          <p:cNvSpPr>
            <a:spLocks noGrp="1"/>
          </p:cNvSpPr>
          <p:nvPr>
            <p:ph type="dt" sz="half" idx="2"/>
          </p:nvPr>
        </p:nvSpPr>
        <p:spPr bwMode="auto"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D52F0272-0FEA-44CE-966E-3D169B2F53D4}" type="datetime1">
              <a:rPr lang="ru-RU"/>
              <a:t>29.09.2026</a:t>
            </a:fld>
            <a:endParaRPr lang="ru-RU"/>
          </a:p>
        </p:txBody>
      </p:sp>
      <p:sp>
        <p:nvSpPr>
          <p:cNvPr id="1448452554" name="Нижний колонтитул 4"/>
          <p:cNvSpPr>
            <a:spLocks noGrp="1"/>
          </p:cNvSpPr>
          <p:nvPr>
            <p:ph type="ftr" sz="quarter" idx="3"/>
          </p:nvPr>
        </p:nvSpPr>
        <p:spPr bwMode="auto"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233109929" name="Номер слайда 5"/>
          <p:cNvSpPr>
            <a:spLocks noGrp="1"/>
          </p:cNvSpPr>
          <p:nvPr>
            <p:ph type="sldNum" sz="quarter" idx="4"/>
          </p:nvPr>
        </p:nvSpPr>
        <p:spPr bwMode="auto">
          <a:xfrm>
            <a:off x="11413507" y="6356357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52DCC5B9-D646-4B76-891F-6FF4E74E9CB4}" type="slidenum">
              <a:rPr lang="ru-RU"/>
              <a:t>‹#›</a:t>
            </a:fld>
            <a:endParaRPr lang="ru-RU"/>
          </a:p>
        </p:txBody>
      </p:sp>
      <p:sp>
        <p:nvSpPr>
          <p:cNvPr id="1124927468" name="Текст 35"/>
          <p:cNvSpPr>
            <a:spLocks noGrp="1"/>
          </p:cNvSpPr>
          <p:nvPr>
            <p:ph type="body" sz="quarter" idx="26"/>
          </p:nvPr>
        </p:nvSpPr>
        <p:spPr bwMode="auto">
          <a:xfrm>
            <a:off x="346075" y="1024937"/>
            <a:ext cx="2526079" cy="1476687"/>
          </a:xfrm>
          <a:prstGeom prst="roundRect">
            <a:avLst>
              <a:gd name="adj" fmla="val 1588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600" b="1">
                <a:solidFill>
                  <a:schemeClr val="accent2"/>
                </a:solidFill>
              </a:defRPr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1413225624" name="Текст 35"/>
          <p:cNvSpPr>
            <a:spLocks noGrp="1"/>
          </p:cNvSpPr>
          <p:nvPr>
            <p:ph type="body" sz="quarter" idx="27"/>
          </p:nvPr>
        </p:nvSpPr>
        <p:spPr bwMode="auto">
          <a:xfrm>
            <a:off x="346075" y="1380939"/>
            <a:ext cx="2526079" cy="1120685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1376240833" name="Текст 35"/>
          <p:cNvSpPr>
            <a:spLocks noGrp="1"/>
          </p:cNvSpPr>
          <p:nvPr>
            <p:ph type="body" sz="quarter" idx="28"/>
          </p:nvPr>
        </p:nvSpPr>
        <p:spPr bwMode="auto">
          <a:xfrm>
            <a:off x="4832960" y="1024937"/>
            <a:ext cx="2526079" cy="1476687"/>
          </a:xfrm>
          <a:prstGeom prst="roundRect">
            <a:avLst>
              <a:gd name="adj" fmla="val 1588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600" b="1">
                <a:solidFill>
                  <a:schemeClr val="accent2"/>
                </a:solidFill>
              </a:defRPr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876004260" name="Текст 35"/>
          <p:cNvSpPr>
            <a:spLocks noGrp="1"/>
          </p:cNvSpPr>
          <p:nvPr>
            <p:ph type="body" sz="quarter" idx="29"/>
          </p:nvPr>
        </p:nvSpPr>
        <p:spPr bwMode="auto">
          <a:xfrm>
            <a:off x="4832960" y="1380939"/>
            <a:ext cx="2526079" cy="1120685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1977609924" name="Текст 35"/>
          <p:cNvSpPr>
            <a:spLocks noGrp="1"/>
          </p:cNvSpPr>
          <p:nvPr>
            <p:ph type="body" sz="quarter" idx="30"/>
          </p:nvPr>
        </p:nvSpPr>
        <p:spPr bwMode="auto">
          <a:xfrm>
            <a:off x="9330862" y="1024937"/>
            <a:ext cx="2526079" cy="1476687"/>
          </a:xfrm>
          <a:prstGeom prst="roundRect">
            <a:avLst>
              <a:gd name="adj" fmla="val 1588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600" b="1">
                <a:solidFill>
                  <a:schemeClr val="accent2"/>
                </a:solidFill>
              </a:defRPr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199710853" name="Текст 35"/>
          <p:cNvSpPr>
            <a:spLocks noGrp="1"/>
          </p:cNvSpPr>
          <p:nvPr>
            <p:ph type="body" sz="quarter" idx="31"/>
          </p:nvPr>
        </p:nvSpPr>
        <p:spPr bwMode="auto">
          <a:xfrm>
            <a:off x="9330862" y="1380939"/>
            <a:ext cx="2526079" cy="1120685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1949188184" name="Текст 35"/>
          <p:cNvSpPr>
            <a:spLocks noGrp="1"/>
          </p:cNvSpPr>
          <p:nvPr>
            <p:ph type="body" sz="quarter" idx="32"/>
          </p:nvPr>
        </p:nvSpPr>
        <p:spPr bwMode="auto">
          <a:xfrm>
            <a:off x="2593517" y="4358152"/>
            <a:ext cx="2526079" cy="1476687"/>
          </a:xfrm>
          <a:prstGeom prst="roundRect">
            <a:avLst>
              <a:gd name="adj" fmla="val 1588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600" b="1">
                <a:solidFill>
                  <a:schemeClr val="accent2"/>
                </a:solidFill>
              </a:defRPr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1268968598" name="Текст 35"/>
          <p:cNvSpPr>
            <a:spLocks noGrp="1"/>
          </p:cNvSpPr>
          <p:nvPr>
            <p:ph type="body" sz="quarter" idx="33"/>
          </p:nvPr>
        </p:nvSpPr>
        <p:spPr bwMode="auto">
          <a:xfrm>
            <a:off x="2593517" y="4714154"/>
            <a:ext cx="2526079" cy="1120685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595903953" name="Текст 35"/>
          <p:cNvSpPr>
            <a:spLocks noGrp="1"/>
          </p:cNvSpPr>
          <p:nvPr>
            <p:ph type="body" sz="quarter" idx="34"/>
          </p:nvPr>
        </p:nvSpPr>
        <p:spPr bwMode="auto">
          <a:xfrm>
            <a:off x="7080402" y="4358152"/>
            <a:ext cx="2526079" cy="1476687"/>
          </a:xfrm>
          <a:prstGeom prst="roundRect">
            <a:avLst>
              <a:gd name="adj" fmla="val 1588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600" b="1">
                <a:solidFill>
                  <a:schemeClr val="accent2"/>
                </a:solidFill>
              </a:defRPr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410288170" name="Текст 35"/>
          <p:cNvSpPr>
            <a:spLocks noGrp="1"/>
          </p:cNvSpPr>
          <p:nvPr>
            <p:ph type="body" sz="quarter" idx="35"/>
          </p:nvPr>
        </p:nvSpPr>
        <p:spPr bwMode="auto">
          <a:xfrm>
            <a:off x="7080402" y="4714154"/>
            <a:ext cx="2526079" cy="1120685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74155163" name="Заголовок 1"/>
          <p:cNvSpPr>
            <a:spLocks noGrp="1"/>
          </p:cNvSpPr>
          <p:nvPr>
            <p:ph type="title"/>
          </p:nvPr>
        </p:nvSpPr>
        <p:spPr bwMode="auto">
          <a:xfrm>
            <a:off x="384256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pPr>
              <a:defRPr/>
            </a:pPr>
            <a:r>
              <a:rPr lang="ru-RU"/>
              <a:t>ОБРАЗЕЦ ЗАГОЛОВКА</a:t>
            </a:r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preserve="1" userDrawn="1">
  <p:cSld name="Проблема и решение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49579838" name="Дата 3"/>
          <p:cNvSpPr>
            <a:spLocks noGrp="1"/>
          </p:cNvSpPr>
          <p:nvPr>
            <p:ph type="dt" sz="half" idx="2"/>
          </p:nvPr>
        </p:nvSpPr>
        <p:spPr bwMode="auto"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062B0DBE-B5A9-470E-85A9-7CC062D5339A}" type="datetime1">
              <a:rPr lang="ru-RU"/>
              <a:t>29.09.2026</a:t>
            </a:fld>
            <a:endParaRPr lang="ru-RU"/>
          </a:p>
        </p:txBody>
      </p:sp>
      <p:sp>
        <p:nvSpPr>
          <p:cNvPr id="1675805337" name="Нижний колонтитул 4"/>
          <p:cNvSpPr>
            <a:spLocks noGrp="1"/>
          </p:cNvSpPr>
          <p:nvPr>
            <p:ph type="ftr" sz="quarter" idx="3"/>
          </p:nvPr>
        </p:nvSpPr>
        <p:spPr bwMode="auto"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314337200" name="Номер слайда 5"/>
          <p:cNvSpPr>
            <a:spLocks noGrp="1"/>
          </p:cNvSpPr>
          <p:nvPr>
            <p:ph type="sldNum" sz="quarter" idx="4"/>
          </p:nvPr>
        </p:nvSpPr>
        <p:spPr bwMode="auto">
          <a:xfrm>
            <a:off x="11413507" y="6356357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52DCC5B9-D646-4B76-891F-6FF4E74E9CB4}" type="slidenum">
              <a:rPr lang="ru-RU"/>
              <a:t>‹#›</a:t>
            </a:fld>
            <a:endParaRPr lang="ru-RU"/>
          </a:p>
        </p:txBody>
      </p:sp>
      <p:sp>
        <p:nvSpPr>
          <p:cNvPr id="560885061" name="Заголовок 1"/>
          <p:cNvSpPr>
            <a:spLocks noGrp="1"/>
          </p:cNvSpPr>
          <p:nvPr>
            <p:ph type="title"/>
          </p:nvPr>
        </p:nvSpPr>
        <p:spPr bwMode="auto">
          <a:xfrm>
            <a:off x="357650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pPr>
              <a:defRPr/>
            </a:pPr>
            <a:r>
              <a:rPr lang="ru-RU"/>
              <a:t>ОБРАЗЕЦ ЗАГОЛОВКА</a:t>
            </a:r>
            <a:endParaRPr/>
          </a:p>
        </p:txBody>
      </p:sp>
      <p:sp>
        <p:nvSpPr>
          <p:cNvPr id="1122197277" name="Текст 35"/>
          <p:cNvSpPr>
            <a:spLocks noGrp="1"/>
          </p:cNvSpPr>
          <p:nvPr>
            <p:ph type="body" sz="quarter" idx="26" hasCustomPrompt="1"/>
          </p:nvPr>
        </p:nvSpPr>
        <p:spPr bwMode="auto">
          <a:xfrm>
            <a:off x="517027" y="3810175"/>
            <a:ext cx="3264113" cy="2375115"/>
          </a:xfrm>
          <a:prstGeom prst="roundRect">
            <a:avLst>
              <a:gd name="adj" fmla="val 1016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49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 marL="0" indent="0">
              <a:buNone/>
              <a:defRPr sz="1400" b="0">
                <a:solidFill>
                  <a:schemeClr val="bg1"/>
                </a:solidFill>
              </a:defRPr>
            </a:lvl1pPr>
          </a:lstStyle>
          <a:p>
            <a:pPr lvl="0">
              <a:defRPr/>
            </a:pPr>
            <a:r>
              <a:rPr lang="ru-RU"/>
              <a:t>Описание проблемы </a:t>
            </a:r>
            <a:endParaRPr/>
          </a:p>
        </p:txBody>
      </p:sp>
      <p:sp>
        <p:nvSpPr>
          <p:cNvPr id="116118850" name="Текст 35"/>
          <p:cNvSpPr>
            <a:spLocks noGrp="1"/>
          </p:cNvSpPr>
          <p:nvPr>
            <p:ph type="body" sz="quarter" idx="31" hasCustomPrompt="1"/>
          </p:nvPr>
        </p:nvSpPr>
        <p:spPr bwMode="auto">
          <a:xfrm>
            <a:off x="4464542" y="3810175"/>
            <a:ext cx="3264113" cy="2375115"/>
          </a:xfrm>
          <a:prstGeom prst="roundRect">
            <a:avLst>
              <a:gd name="adj" fmla="val 1016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49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 marL="0" indent="0">
              <a:buNone/>
              <a:defRPr sz="1400" b="0">
                <a:solidFill>
                  <a:schemeClr val="bg1"/>
                </a:solidFill>
              </a:defRPr>
            </a:lvl1pPr>
          </a:lstStyle>
          <a:p>
            <a:pPr lvl="0">
              <a:defRPr/>
            </a:pPr>
            <a:r>
              <a:rPr lang="ru-RU"/>
              <a:t>Примеры уже имеющихся способов решения данной проблемы</a:t>
            </a:r>
            <a:endParaRPr/>
          </a:p>
        </p:txBody>
      </p:sp>
      <p:sp>
        <p:nvSpPr>
          <p:cNvPr id="1428729295" name="Текст 35"/>
          <p:cNvSpPr>
            <a:spLocks noGrp="1"/>
          </p:cNvSpPr>
          <p:nvPr>
            <p:ph type="body" sz="quarter" idx="32" hasCustomPrompt="1"/>
          </p:nvPr>
        </p:nvSpPr>
        <p:spPr bwMode="auto">
          <a:xfrm>
            <a:off x="8385481" y="3810175"/>
            <a:ext cx="3264113" cy="2375115"/>
          </a:xfrm>
          <a:prstGeom prst="roundRect">
            <a:avLst>
              <a:gd name="adj" fmla="val 1016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49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 marL="0" indent="0">
              <a:buNone/>
              <a:defRPr sz="1400" b="0">
                <a:solidFill>
                  <a:schemeClr val="bg1"/>
                </a:solidFill>
              </a:defRPr>
            </a:lvl1pPr>
          </a:lstStyle>
          <a:p>
            <a:pPr lvl="0">
              <a:defRPr/>
            </a:pPr>
            <a:r>
              <a:rPr lang="ru-RU"/>
              <a:t>Ваше предложение решения данной проблемы</a:t>
            </a:r>
            <a:endParaRPr/>
          </a:p>
        </p:txBody>
      </p:sp>
      <p:sp>
        <p:nvSpPr>
          <p:cNvPr id="856443119" name="Текст 35"/>
          <p:cNvSpPr>
            <a:spLocks noGrp="1"/>
          </p:cNvSpPr>
          <p:nvPr>
            <p:ph type="body" sz="quarter" idx="33" hasCustomPrompt="1"/>
          </p:nvPr>
        </p:nvSpPr>
        <p:spPr bwMode="auto">
          <a:xfrm>
            <a:off x="517027" y="3252336"/>
            <a:ext cx="3264113" cy="391783"/>
          </a:xfrm>
          <a:prstGeom prst="roundRect">
            <a:avLst>
              <a:gd name="adj" fmla="val 10167"/>
            </a:avLst>
          </a:prstGeom>
          <a:noFill/>
        </p:spPr>
        <p:txBody>
          <a:bodyPr>
            <a:noAutofit/>
          </a:bodyPr>
          <a:lstStyle>
            <a:lvl1pPr marL="0" indent="0" algn="ctr">
              <a:buNone/>
              <a:defRPr sz="1600" b="1">
                <a:solidFill>
                  <a:schemeClr val="accent2"/>
                </a:solidFill>
              </a:defRPr>
            </a:lvl1pPr>
          </a:lstStyle>
          <a:p>
            <a:pPr lvl="0">
              <a:defRPr/>
            </a:pPr>
            <a:r>
              <a:rPr lang="ru-RU"/>
              <a:t>Проблема</a:t>
            </a:r>
            <a:endParaRPr/>
          </a:p>
        </p:txBody>
      </p:sp>
      <p:sp>
        <p:nvSpPr>
          <p:cNvPr id="1922520453" name="Текст 35"/>
          <p:cNvSpPr>
            <a:spLocks noGrp="1"/>
          </p:cNvSpPr>
          <p:nvPr>
            <p:ph type="body" sz="quarter" idx="34" hasCustomPrompt="1"/>
          </p:nvPr>
        </p:nvSpPr>
        <p:spPr bwMode="auto">
          <a:xfrm>
            <a:off x="4464542" y="3252336"/>
            <a:ext cx="3264113" cy="391783"/>
          </a:xfrm>
          <a:prstGeom prst="roundRect">
            <a:avLst>
              <a:gd name="adj" fmla="val 10167"/>
            </a:avLst>
          </a:prstGeom>
          <a:noFill/>
        </p:spPr>
        <p:txBody>
          <a:bodyPr>
            <a:noAutofit/>
          </a:bodyPr>
          <a:lstStyle>
            <a:lvl1pPr marL="0" indent="0" algn="ctr">
              <a:buNone/>
              <a:defRPr sz="1600" b="1">
                <a:solidFill>
                  <a:schemeClr val="accent2"/>
                </a:solidFill>
              </a:defRPr>
            </a:lvl1pPr>
          </a:lstStyle>
          <a:p>
            <a:pPr lvl="0">
              <a:defRPr/>
            </a:pPr>
            <a:r>
              <a:rPr lang="ru-RU"/>
              <a:t>Альтернативные решения</a:t>
            </a:r>
            <a:endParaRPr/>
          </a:p>
        </p:txBody>
      </p:sp>
      <p:sp>
        <p:nvSpPr>
          <p:cNvPr id="1034779806" name="Текст 35"/>
          <p:cNvSpPr>
            <a:spLocks noGrp="1"/>
          </p:cNvSpPr>
          <p:nvPr>
            <p:ph type="body" sz="quarter" idx="35" hasCustomPrompt="1"/>
          </p:nvPr>
        </p:nvSpPr>
        <p:spPr bwMode="auto">
          <a:xfrm>
            <a:off x="8385481" y="3252336"/>
            <a:ext cx="3264113" cy="391783"/>
          </a:xfrm>
          <a:prstGeom prst="roundRect">
            <a:avLst>
              <a:gd name="adj" fmla="val 10167"/>
            </a:avLst>
          </a:prstGeom>
          <a:noFill/>
        </p:spPr>
        <p:txBody>
          <a:bodyPr>
            <a:noAutofit/>
          </a:bodyPr>
          <a:lstStyle>
            <a:lvl1pPr marL="0" indent="0" algn="ctr">
              <a:buNone/>
              <a:defRPr sz="1600" b="1">
                <a:solidFill>
                  <a:schemeClr val="accent2"/>
                </a:solidFill>
              </a:defRPr>
            </a:lvl1pPr>
          </a:lstStyle>
          <a:p>
            <a:pPr lvl="0">
              <a:defRPr/>
            </a:pPr>
            <a:r>
              <a:rPr lang="ru-RU"/>
              <a:t>Решение</a:t>
            </a:r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preserve="1" userDrawn="1">
  <p:cSld name="Демо_1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85086165" name="Picture Placeholder 1"/>
          <p:cNvSpPr>
            <a:spLocks noGrp="1"/>
          </p:cNvSpPr>
          <p:nvPr>
            <p:ph type="pic" sz="quarter" idx="14"/>
          </p:nvPr>
        </p:nvSpPr>
        <p:spPr bwMode="auto">
          <a:xfrm>
            <a:off x="4162940" y="1264478"/>
            <a:ext cx="3866121" cy="2436377"/>
          </a:xfrm>
        </p:spPr>
      </p:sp>
      <p:sp>
        <p:nvSpPr>
          <p:cNvPr id="896489918" name="Дата 3"/>
          <p:cNvSpPr>
            <a:spLocks noGrp="1"/>
          </p:cNvSpPr>
          <p:nvPr>
            <p:ph type="dt" sz="half" idx="2"/>
          </p:nvPr>
        </p:nvSpPr>
        <p:spPr bwMode="auto"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4D396B86-640F-4AD1-BBB2-E085B6CD8771}" type="datetime1">
              <a:rPr lang="ru-RU"/>
              <a:t>29.09.2026</a:t>
            </a:fld>
            <a:endParaRPr lang="ru-RU"/>
          </a:p>
        </p:txBody>
      </p:sp>
      <p:sp>
        <p:nvSpPr>
          <p:cNvPr id="378127741" name="Нижний колонтитул 4"/>
          <p:cNvSpPr>
            <a:spLocks noGrp="1"/>
          </p:cNvSpPr>
          <p:nvPr>
            <p:ph type="ftr" sz="quarter" idx="3"/>
          </p:nvPr>
        </p:nvSpPr>
        <p:spPr bwMode="auto"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1938890696" name="Номер слайда 5"/>
          <p:cNvSpPr>
            <a:spLocks noGrp="1"/>
          </p:cNvSpPr>
          <p:nvPr>
            <p:ph type="sldNum" sz="quarter" idx="4"/>
          </p:nvPr>
        </p:nvSpPr>
        <p:spPr bwMode="auto">
          <a:xfrm>
            <a:off x="11413507" y="6356357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52DCC5B9-D646-4B76-891F-6FF4E74E9CB4}" type="slidenum">
              <a:rPr lang="ru-RU"/>
              <a:t>‹#›</a:t>
            </a:fld>
            <a:endParaRPr lang="ru-RU"/>
          </a:p>
        </p:txBody>
      </p:sp>
      <p:sp>
        <p:nvSpPr>
          <p:cNvPr id="347150518" name="Заголовок 1"/>
          <p:cNvSpPr>
            <a:spLocks noGrp="1"/>
          </p:cNvSpPr>
          <p:nvPr>
            <p:ph type="title"/>
          </p:nvPr>
        </p:nvSpPr>
        <p:spPr bwMode="auto">
          <a:xfrm>
            <a:off x="346075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pPr>
              <a:defRPr/>
            </a:pPr>
            <a:r>
              <a:rPr lang="ru-RU"/>
              <a:t>ОБРАЗЕЦ ЗАГОЛОВКА</a:t>
            </a:r>
            <a:endParaRPr/>
          </a:p>
        </p:txBody>
      </p:sp>
      <p:sp>
        <p:nvSpPr>
          <p:cNvPr id="2021024583" name="Текст 7"/>
          <p:cNvSpPr>
            <a:spLocks noGrp="1"/>
          </p:cNvSpPr>
          <p:nvPr>
            <p:ph type="body" sz="quarter" idx="15"/>
          </p:nvPr>
        </p:nvSpPr>
        <p:spPr bwMode="auto">
          <a:xfrm>
            <a:off x="346075" y="4656083"/>
            <a:ext cx="3626835" cy="1544692"/>
          </a:xfrm>
        </p:spPr>
        <p:txBody>
          <a:bodyPr/>
          <a:lstStyle/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/>
          </a:p>
        </p:txBody>
      </p:sp>
      <p:sp>
        <p:nvSpPr>
          <p:cNvPr id="320280167" name="Текст 7"/>
          <p:cNvSpPr>
            <a:spLocks noGrp="1"/>
          </p:cNvSpPr>
          <p:nvPr>
            <p:ph type="body" sz="quarter" idx="16"/>
          </p:nvPr>
        </p:nvSpPr>
        <p:spPr bwMode="auto">
          <a:xfrm>
            <a:off x="4240502" y="4656083"/>
            <a:ext cx="3626835" cy="1544692"/>
          </a:xfrm>
        </p:spPr>
        <p:txBody>
          <a:bodyPr/>
          <a:lstStyle/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/>
          </a:p>
        </p:txBody>
      </p:sp>
      <p:sp>
        <p:nvSpPr>
          <p:cNvPr id="604478788" name="Текст 7"/>
          <p:cNvSpPr>
            <a:spLocks noGrp="1"/>
          </p:cNvSpPr>
          <p:nvPr>
            <p:ph type="body" sz="quarter" idx="17"/>
          </p:nvPr>
        </p:nvSpPr>
        <p:spPr bwMode="auto">
          <a:xfrm>
            <a:off x="8230203" y="4656083"/>
            <a:ext cx="3626835" cy="1544692"/>
          </a:xfrm>
        </p:spPr>
        <p:txBody>
          <a:bodyPr/>
          <a:lstStyle/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preserve="1" userDrawn="1">
  <p:cSld name="1_Демо_1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8123572" name="Дата 3"/>
          <p:cNvSpPr>
            <a:spLocks noGrp="1"/>
          </p:cNvSpPr>
          <p:nvPr>
            <p:ph type="dt" sz="half" idx="2"/>
          </p:nvPr>
        </p:nvSpPr>
        <p:spPr bwMode="auto"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93AF0E63-1EB1-47F5-B09E-CA3E5DE528F3}" type="datetime1">
              <a:rPr lang="ru-RU"/>
              <a:t>29.09.2026</a:t>
            </a:fld>
            <a:endParaRPr lang="ru-RU"/>
          </a:p>
        </p:txBody>
      </p:sp>
      <p:sp>
        <p:nvSpPr>
          <p:cNvPr id="1147169938" name="Нижний колонтитул 4"/>
          <p:cNvSpPr>
            <a:spLocks noGrp="1"/>
          </p:cNvSpPr>
          <p:nvPr>
            <p:ph type="ftr" sz="quarter" idx="3"/>
          </p:nvPr>
        </p:nvSpPr>
        <p:spPr bwMode="auto"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630368713" name="Номер слайда 5"/>
          <p:cNvSpPr>
            <a:spLocks noGrp="1"/>
          </p:cNvSpPr>
          <p:nvPr>
            <p:ph type="sldNum" sz="quarter" idx="4"/>
          </p:nvPr>
        </p:nvSpPr>
        <p:spPr bwMode="auto">
          <a:xfrm>
            <a:off x="11413507" y="6356357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52DCC5B9-D646-4B76-891F-6FF4E74E9CB4}" type="slidenum">
              <a:rPr lang="ru-RU"/>
              <a:t>‹#›</a:t>
            </a:fld>
            <a:endParaRPr lang="ru-RU"/>
          </a:p>
        </p:txBody>
      </p:sp>
      <p:sp>
        <p:nvSpPr>
          <p:cNvPr id="1259102376" name="Заголовок 1"/>
          <p:cNvSpPr>
            <a:spLocks noGrp="1"/>
          </p:cNvSpPr>
          <p:nvPr>
            <p:ph type="title"/>
          </p:nvPr>
        </p:nvSpPr>
        <p:spPr bwMode="auto">
          <a:xfrm>
            <a:off x="353289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pPr>
              <a:defRPr/>
            </a:pPr>
            <a:r>
              <a:rPr lang="ru-RU"/>
              <a:t>ОБРАЗЕЦ ЗАГОЛОВКА</a:t>
            </a:r>
            <a:endParaRPr/>
          </a:p>
        </p:txBody>
      </p:sp>
      <p:sp>
        <p:nvSpPr>
          <p:cNvPr id="93639810" name="Текст 7"/>
          <p:cNvSpPr>
            <a:spLocks noGrp="1"/>
          </p:cNvSpPr>
          <p:nvPr>
            <p:ph type="body" sz="quarter" idx="15"/>
          </p:nvPr>
        </p:nvSpPr>
        <p:spPr bwMode="auto">
          <a:xfrm>
            <a:off x="1210643" y="4324451"/>
            <a:ext cx="4121687" cy="1612262"/>
          </a:xfrm>
        </p:spPr>
        <p:txBody>
          <a:bodyPr/>
          <a:lstStyle/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/>
          </a:p>
        </p:txBody>
      </p:sp>
      <p:sp>
        <p:nvSpPr>
          <p:cNvPr id="199722443" name="Текст 7"/>
          <p:cNvSpPr>
            <a:spLocks noGrp="1"/>
          </p:cNvSpPr>
          <p:nvPr>
            <p:ph type="body" sz="quarter" idx="16"/>
          </p:nvPr>
        </p:nvSpPr>
        <p:spPr bwMode="auto">
          <a:xfrm>
            <a:off x="6857950" y="4324451"/>
            <a:ext cx="4121687" cy="1612262"/>
          </a:xfrm>
        </p:spPr>
        <p:txBody>
          <a:bodyPr/>
          <a:lstStyle/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/>
          </a:p>
        </p:txBody>
      </p:sp>
      <p:sp>
        <p:nvSpPr>
          <p:cNvPr id="525584501" name="Picture Placeholder 1"/>
          <p:cNvSpPr>
            <a:spLocks noGrp="1"/>
          </p:cNvSpPr>
          <p:nvPr>
            <p:ph type="pic" sz="quarter" idx="14"/>
          </p:nvPr>
        </p:nvSpPr>
        <p:spPr bwMode="auto">
          <a:xfrm>
            <a:off x="1210642" y="1577998"/>
            <a:ext cx="4121688" cy="2283975"/>
          </a:xfrm>
        </p:spPr>
      </p:sp>
      <p:sp>
        <p:nvSpPr>
          <p:cNvPr id="823724485" name="Picture Placeholder 1"/>
          <p:cNvSpPr>
            <a:spLocks noGrp="1"/>
          </p:cNvSpPr>
          <p:nvPr>
            <p:ph type="pic" sz="quarter" idx="18"/>
          </p:nvPr>
        </p:nvSpPr>
        <p:spPr bwMode="auto">
          <a:xfrm>
            <a:off x="6855540" y="1577998"/>
            <a:ext cx="4121688" cy="2283975"/>
          </a:xfrm>
        </p:spPr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preserve="1" userDrawn="1">
  <p:cSld name="2_Демо_1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45624748" name="Picture Placeholder 1"/>
          <p:cNvSpPr>
            <a:spLocks noGrp="1"/>
          </p:cNvSpPr>
          <p:nvPr>
            <p:ph type="pic" sz="quarter" idx="14"/>
          </p:nvPr>
        </p:nvSpPr>
        <p:spPr bwMode="auto">
          <a:xfrm>
            <a:off x="5009872" y="1235915"/>
            <a:ext cx="2172255" cy="4602697"/>
          </a:xfrm>
          <a:prstGeom prst="roundRect">
            <a:avLst>
              <a:gd name="adj" fmla="val 12528"/>
            </a:avLst>
          </a:prstGeom>
          <a:noFill/>
        </p:spPr>
      </p:sp>
      <p:sp>
        <p:nvSpPr>
          <p:cNvPr id="1906666371" name="Текст 35"/>
          <p:cNvSpPr>
            <a:spLocks noGrp="1"/>
          </p:cNvSpPr>
          <p:nvPr>
            <p:ph type="body" sz="quarter" idx="21"/>
          </p:nvPr>
        </p:nvSpPr>
        <p:spPr bwMode="auto">
          <a:xfrm>
            <a:off x="356349" y="1641283"/>
            <a:ext cx="3812931" cy="1021701"/>
          </a:xfrm>
          <a:prstGeom prst="roundRect">
            <a:avLst>
              <a:gd name="adj" fmla="val 1666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65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1"/>
                </a:solidFill>
              </a:defRPr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1661976731" name="Текст 35"/>
          <p:cNvSpPr>
            <a:spLocks noGrp="1"/>
          </p:cNvSpPr>
          <p:nvPr>
            <p:ph type="body" sz="quarter" idx="18"/>
          </p:nvPr>
        </p:nvSpPr>
        <p:spPr bwMode="auto">
          <a:xfrm>
            <a:off x="356349" y="2020820"/>
            <a:ext cx="3812931" cy="1290596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690673764" name="Текст 35"/>
          <p:cNvSpPr>
            <a:spLocks noGrp="1"/>
          </p:cNvSpPr>
          <p:nvPr>
            <p:ph type="body" sz="quarter" idx="22"/>
          </p:nvPr>
        </p:nvSpPr>
        <p:spPr bwMode="auto">
          <a:xfrm>
            <a:off x="8040020" y="1641283"/>
            <a:ext cx="3812931" cy="1021701"/>
          </a:xfrm>
          <a:prstGeom prst="roundRect">
            <a:avLst>
              <a:gd name="adj" fmla="val 1666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65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5">
                    <a:lumMod val="20000"/>
                    <a:lumOff val="80000"/>
                  </a:schemeClr>
                </a:solidFill>
              </a:defRPr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1078948986" name="Текст 35"/>
          <p:cNvSpPr>
            <a:spLocks noGrp="1"/>
          </p:cNvSpPr>
          <p:nvPr>
            <p:ph type="body" sz="quarter" idx="23"/>
          </p:nvPr>
        </p:nvSpPr>
        <p:spPr bwMode="auto">
          <a:xfrm>
            <a:off x="8040020" y="2020820"/>
            <a:ext cx="3812931" cy="1290596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658611594" name="Текст 35"/>
          <p:cNvSpPr>
            <a:spLocks noGrp="1"/>
          </p:cNvSpPr>
          <p:nvPr>
            <p:ph type="body" sz="quarter" idx="24"/>
          </p:nvPr>
        </p:nvSpPr>
        <p:spPr bwMode="auto">
          <a:xfrm>
            <a:off x="356349" y="3864598"/>
            <a:ext cx="3812931" cy="1021701"/>
          </a:xfrm>
          <a:prstGeom prst="roundRect">
            <a:avLst>
              <a:gd name="adj" fmla="val 1666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65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4"/>
                </a:solidFill>
              </a:defRPr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1445328777" name="Текст 35"/>
          <p:cNvSpPr>
            <a:spLocks noGrp="1"/>
          </p:cNvSpPr>
          <p:nvPr>
            <p:ph type="body" sz="quarter" idx="25"/>
          </p:nvPr>
        </p:nvSpPr>
        <p:spPr bwMode="auto">
          <a:xfrm>
            <a:off x="356349" y="4244135"/>
            <a:ext cx="3812931" cy="1290596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100255233" name="Текст 35"/>
          <p:cNvSpPr>
            <a:spLocks noGrp="1"/>
          </p:cNvSpPr>
          <p:nvPr>
            <p:ph type="body" sz="quarter" idx="26"/>
          </p:nvPr>
        </p:nvSpPr>
        <p:spPr bwMode="auto">
          <a:xfrm>
            <a:off x="8040020" y="3864598"/>
            <a:ext cx="3812931" cy="1021701"/>
          </a:xfrm>
          <a:prstGeom prst="roundRect">
            <a:avLst>
              <a:gd name="adj" fmla="val 1666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65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2"/>
                </a:solidFill>
              </a:defRPr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1200879656" name="Текст 35"/>
          <p:cNvSpPr>
            <a:spLocks noGrp="1"/>
          </p:cNvSpPr>
          <p:nvPr>
            <p:ph type="body" sz="quarter" idx="27"/>
          </p:nvPr>
        </p:nvSpPr>
        <p:spPr bwMode="auto">
          <a:xfrm>
            <a:off x="8040020" y="4244135"/>
            <a:ext cx="3812931" cy="1290596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cxnSp>
        <p:nvCxnSpPr>
          <p:cNvPr id="589614520" name="Google Shape;2799;p94"/>
          <p:cNvCxnSpPr/>
          <p:nvPr userDrawn="1"/>
        </p:nvCxnSpPr>
        <p:spPr bwMode="auto">
          <a:xfrm>
            <a:off x="4244694" y="1870413"/>
            <a:ext cx="686698" cy="0"/>
          </a:xfrm>
          <a:prstGeom prst="straightConnector1">
            <a:avLst/>
          </a:prstGeom>
          <a:noFill/>
          <a:ln w="25400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481545724" name="Google Shape;2799;p94"/>
          <p:cNvCxnSpPr/>
          <p:nvPr userDrawn="1"/>
        </p:nvCxnSpPr>
        <p:spPr bwMode="auto">
          <a:xfrm>
            <a:off x="4244694" y="4094630"/>
            <a:ext cx="686698" cy="0"/>
          </a:xfrm>
          <a:prstGeom prst="straightConnector1">
            <a:avLst/>
          </a:prstGeom>
          <a:noFill/>
          <a:ln w="25400" cap="flat" cmpd="sng">
            <a:solidFill>
              <a:schemeClr val="accent5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70625227" name="Google Shape;2799;p94"/>
          <p:cNvCxnSpPr/>
          <p:nvPr userDrawn="1"/>
        </p:nvCxnSpPr>
        <p:spPr bwMode="auto">
          <a:xfrm>
            <a:off x="7250583" y="1870413"/>
            <a:ext cx="686698" cy="0"/>
          </a:xfrm>
          <a:prstGeom prst="straightConnector1">
            <a:avLst/>
          </a:prstGeom>
          <a:noFill/>
          <a:ln w="25400" cap="flat" cmpd="sng">
            <a:solidFill>
              <a:schemeClr val="accent5">
                <a:lumMod val="20000"/>
                <a:lumOff val="80000"/>
              </a:schemeClr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767509977" name="Google Shape;2799;p94"/>
          <p:cNvCxnSpPr/>
          <p:nvPr userDrawn="1"/>
        </p:nvCxnSpPr>
        <p:spPr bwMode="auto">
          <a:xfrm>
            <a:off x="7250583" y="4094630"/>
            <a:ext cx="686698" cy="0"/>
          </a:xfrm>
          <a:prstGeom prst="straightConnector1">
            <a:avLst/>
          </a:prstGeom>
          <a:noFill/>
          <a:ln w="25400" cap="flat" cmpd="sng">
            <a:solidFill>
              <a:schemeClr val="accent3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411619468" name="Заголовок 3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ru-RU"/>
              <a:t>Образец заголовка</a:t>
            </a:r>
            <a:endParaRPr/>
          </a:p>
        </p:txBody>
      </p:sp>
      <p:sp>
        <p:nvSpPr>
          <p:cNvPr id="318129555" name="Дата 8"/>
          <p:cNvSpPr>
            <a:spLocks noGrp="1"/>
          </p:cNvSpPr>
          <p:nvPr>
            <p:ph type="dt" sz="half" idx="28"/>
          </p:nvPr>
        </p:nvSpPr>
        <p:spPr bwMode="auto"/>
        <p:txBody>
          <a:bodyPr/>
          <a:lstStyle/>
          <a:p>
            <a:pPr>
              <a:defRPr/>
            </a:pPr>
            <a:fld id="{9D490EE5-ED7D-46E8-8345-A78A0CB0F4A4}" type="datetime1">
              <a:rPr lang="ru-RU"/>
              <a:t>29.09.2026</a:t>
            </a:fld>
            <a:endParaRPr lang="ru-RU"/>
          </a:p>
        </p:txBody>
      </p:sp>
      <p:sp>
        <p:nvSpPr>
          <p:cNvPr id="2139654067" name="Нижний колонтитул 9"/>
          <p:cNvSpPr>
            <a:spLocks noGrp="1"/>
          </p:cNvSpPr>
          <p:nvPr>
            <p:ph type="ftr" sz="quarter" idx="29"/>
          </p:nvPr>
        </p:nvSpPr>
        <p:spPr bwMode="auto"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287854632" name="Номер слайда 10"/>
          <p:cNvSpPr>
            <a:spLocks noGrp="1"/>
          </p:cNvSpPr>
          <p:nvPr>
            <p:ph type="sldNum" sz="quarter" idx="30"/>
          </p:nvPr>
        </p:nvSpPr>
        <p:spPr bwMode="auto"/>
        <p:txBody>
          <a:bodyPr/>
          <a:lstStyle/>
          <a:p>
            <a:pPr>
              <a:defRPr/>
            </a:pPr>
            <a:fld id="{52DCC5B9-D646-4B76-891F-6FF4E74E9CB4}" type="slidenum">
              <a:rPr lang="ru-RU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preserve="1" userDrawn="1">
  <p:cSld name="3_Демо_1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44939360" name="Picture Placeholder 1"/>
          <p:cNvSpPr>
            <a:spLocks noGrp="1"/>
          </p:cNvSpPr>
          <p:nvPr>
            <p:ph type="pic" sz="quarter" idx="14"/>
          </p:nvPr>
        </p:nvSpPr>
        <p:spPr bwMode="auto">
          <a:xfrm>
            <a:off x="1001459" y="1038224"/>
            <a:ext cx="1726214" cy="3657600"/>
          </a:xfrm>
          <a:prstGeom prst="roundRect">
            <a:avLst>
              <a:gd name="adj" fmla="val 12528"/>
            </a:avLst>
          </a:prstGeom>
          <a:noFill/>
        </p:spPr>
      </p:sp>
      <p:sp>
        <p:nvSpPr>
          <p:cNvPr id="1580386608" name="Picture Placeholder 1"/>
          <p:cNvSpPr>
            <a:spLocks noGrp="1"/>
          </p:cNvSpPr>
          <p:nvPr>
            <p:ph type="pic" sz="quarter" idx="15"/>
          </p:nvPr>
        </p:nvSpPr>
        <p:spPr bwMode="auto">
          <a:xfrm>
            <a:off x="3831097" y="1038224"/>
            <a:ext cx="1726214" cy="3657600"/>
          </a:xfrm>
          <a:prstGeom prst="roundRect">
            <a:avLst>
              <a:gd name="adj" fmla="val 12528"/>
            </a:avLst>
          </a:prstGeom>
          <a:noFill/>
        </p:spPr>
      </p:sp>
      <p:sp>
        <p:nvSpPr>
          <p:cNvPr id="1399003789" name="Picture Placeholder 1"/>
          <p:cNvSpPr>
            <a:spLocks noGrp="1"/>
          </p:cNvSpPr>
          <p:nvPr>
            <p:ph type="pic" sz="quarter" idx="16"/>
          </p:nvPr>
        </p:nvSpPr>
        <p:spPr bwMode="auto">
          <a:xfrm>
            <a:off x="6660734" y="1038224"/>
            <a:ext cx="1726214" cy="3657600"/>
          </a:xfrm>
          <a:prstGeom prst="roundRect">
            <a:avLst>
              <a:gd name="adj" fmla="val 12528"/>
            </a:avLst>
          </a:prstGeom>
          <a:noFill/>
        </p:spPr>
      </p:sp>
      <p:sp>
        <p:nvSpPr>
          <p:cNvPr id="1668171859" name="Picture Placeholder 1"/>
          <p:cNvSpPr>
            <a:spLocks noGrp="1"/>
          </p:cNvSpPr>
          <p:nvPr>
            <p:ph type="pic" sz="quarter" idx="17"/>
          </p:nvPr>
        </p:nvSpPr>
        <p:spPr bwMode="auto">
          <a:xfrm>
            <a:off x="9490368" y="1038224"/>
            <a:ext cx="1726214" cy="3657600"/>
          </a:xfrm>
          <a:prstGeom prst="roundRect">
            <a:avLst>
              <a:gd name="adj" fmla="val 12528"/>
            </a:avLst>
          </a:prstGeom>
          <a:noFill/>
        </p:spPr>
      </p:sp>
      <p:sp>
        <p:nvSpPr>
          <p:cNvPr id="932505230" name="Дата 3"/>
          <p:cNvSpPr>
            <a:spLocks noGrp="1"/>
          </p:cNvSpPr>
          <p:nvPr>
            <p:ph type="dt" sz="half" idx="2"/>
          </p:nvPr>
        </p:nvSpPr>
        <p:spPr bwMode="auto"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DC8C16AD-D907-4463-BE30-FCBB33ACAE3F}" type="datetime1">
              <a:rPr lang="ru-RU"/>
              <a:t>29.09.2026</a:t>
            </a:fld>
            <a:endParaRPr lang="ru-RU"/>
          </a:p>
        </p:txBody>
      </p:sp>
      <p:sp>
        <p:nvSpPr>
          <p:cNvPr id="792600989" name="Нижний колонтитул 4"/>
          <p:cNvSpPr>
            <a:spLocks noGrp="1"/>
          </p:cNvSpPr>
          <p:nvPr>
            <p:ph type="ftr" sz="quarter" idx="3"/>
          </p:nvPr>
        </p:nvSpPr>
        <p:spPr bwMode="auto"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650504692" name="Номер слайда 5"/>
          <p:cNvSpPr>
            <a:spLocks noGrp="1"/>
          </p:cNvSpPr>
          <p:nvPr>
            <p:ph type="sldNum" sz="quarter" idx="4"/>
          </p:nvPr>
        </p:nvSpPr>
        <p:spPr bwMode="auto">
          <a:xfrm>
            <a:off x="11413507" y="6356357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52DCC5B9-D646-4B76-891F-6FF4E74E9CB4}" type="slidenum">
              <a:rPr lang="ru-RU"/>
              <a:t>‹#›</a:t>
            </a:fld>
            <a:endParaRPr lang="ru-RU"/>
          </a:p>
        </p:txBody>
      </p:sp>
      <p:sp>
        <p:nvSpPr>
          <p:cNvPr id="164420842" name="Текст 7"/>
          <p:cNvSpPr>
            <a:spLocks noGrp="1"/>
          </p:cNvSpPr>
          <p:nvPr>
            <p:ph type="body" sz="quarter" idx="18"/>
          </p:nvPr>
        </p:nvSpPr>
        <p:spPr bwMode="auto">
          <a:xfrm>
            <a:off x="346076" y="4929435"/>
            <a:ext cx="2739248" cy="1271340"/>
          </a:xfrm>
        </p:spPr>
        <p:txBody>
          <a:bodyPr/>
          <a:lstStyle/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/>
          </a:p>
        </p:txBody>
      </p:sp>
      <p:sp>
        <p:nvSpPr>
          <p:cNvPr id="1656314850" name="Текст 7"/>
          <p:cNvSpPr>
            <a:spLocks noGrp="1"/>
          </p:cNvSpPr>
          <p:nvPr>
            <p:ph type="body" sz="quarter" idx="19"/>
          </p:nvPr>
        </p:nvSpPr>
        <p:spPr bwMode="auto">
          <a:xfrm>
            <a:off x="3269562" y="4929435"/>
            <a:ext cx="2739248" cy="1271340"/>
          </a:xfrm>
        </p:spPr>
        <p:txBody>
          <a:bodyPr/>
          <a:lstStyle/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/>
          </a:p>
        </p:txBody>
      </p:sp>
      <p:sp>
        <p:nvSpPr>
          <p:cNvPr id="554257058" name="Текст 7"/>
          <p:cNvSpPr>
            <a:spLocks noGrp="1"/>
          </p:cNvSpPr>
          <p:nvPr>
            <p:ph type="body" sz="quarter" idx="20"/>
          </p:nvPr>
        </p:nvSpPr>
        <p:spPr bwMode="auto">
          <a:xfrm>
            <a:off x="6193048" y="4929435"/>
            <a:ext cx="2739248" cy="1271340"/>
          </a:xfrm>
        </p:spPr>
        <p:txBody>
          <a:bodyPr/>
          <a:lstStyle/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/>
          </a:p>
        </p:txBody>
      </p:sp>
      <p:sp>
        <p:nvSpPr>
          <p:cNvPr id="1990252769" name="Текст 7"/>
          <p:cNvSpPr>
            <a:spLocks noGrp="1"/>
          </p:cNvSpPr>
          <p:nvPr>
            <p:ph type="body" sz="quarter" idx="21"/>
          </p:nvPr>
        </p:nvSpPr>
        <p:spPr bwMode="auto">
          <a:xfrm>
            <a:off x="9116535" y="4929435"/>
            <a:ext cx="2739248" cy="1271340"/>
          </a:xfrm>
        </p:spPr>
        <p:txBody>
          <a:bodyPr/>
          <a:lstStyle/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/>
          </a:p>
        </p:txBody>
      </p:sp>
      <p:sp>
        <p:nvSpPr>
          <p:cNvPr id="2026721607" name="Заголовок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ru-RU"/>
              <a:t>Образец заголовка</a:t>
            </a:r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userDrawn="1">
  <p:cSld name="Пустой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5">
            <a:lum/>
          </a:blip>
          <a:stretch/>
        </a:blipFill>
        <a:effectLst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27097445" name="Заголовок 1"/>
          <p:cNvSpPr>
            <a:spLocks noGrp="1"/>
          </p:cNvSpPr>
          <p:nvPr>
            <p:ph type="title"/>
          </p:nvPr>
        </p:nvSpPr>
        <p:spPr bwMode="auto">
          <a:xfrm>
            <a:off x="346075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pPr>
              <a:defRPr/>
            </a:pPr>
            <a:r>
              <a:rPr lang="ru-RU"/>
              <a:t>ОБРАЗЕЦ ЗАГОЛОВКА</a:t>
            </a:r>
            <a:endParaRPr/>
          </a:p>
        </p:txBody>
      </p:sp>
      <p:sp>
        <p:nvSpPr>
          <p:cNvPr id="1903902632" name="Текст 2"/>
          <p:cNvSpPr>
            <a:spLocks noGrp="1"/>
          </p:cNvSpPr>
          <p:nvPr>
            <p:ph type="body" idx="1"/>
          </p:nvPr>
        </p:nvSpPr>
        <p:spPr bwMode="auto">
          <a:xfrm>
            <a:off x="315392" y="1016177"/>
            <a:ext cx="11561229" cy="516079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/>
          </a:p>
        </p:txBody>
      </p:sp>
      <p:sp>
        <p:nvSpPr>
          <p:cNvPr id="1317792352" name="Дата 3"/>
          <p:cNvSpPr>
            <a:spLocks noGrp="1"/>
          </p:cNvSpPr>
          <p:nvPr>
            <p:ph type="dt" sz="half" idx="2"/>
          </p:nvPr>
        </p:nvSpPr>
        <p:spPr bwMode="auto"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9D490EE5-ED7D-46E8-8345-A78A0CB0F4A4}" type="datetime1">
              <a:rPr lang="ru-RU"/>
              <a:t>29.09.2026</a:t>
            </a:fld>
            <a:endParaRPr lang="ru-RU"/>
          </a:p>
        </p:txBody>
      </p:sp>
      <p:sp>
        <p:nvSpPr>
          <p:cNvPr id="1926070673" name="Нижний колонтитул 4"/>
          <p:cNvSpPr>
            <a:spLocks noGrp="1"/>
          </p:cNvSpPr>
          <p:nvPr>
            <p:ph type="ftr" sz="quarter" idx="3"/>
          </p:nvPr>
        </p:nvSpPr>
        <p:spPr bwMode="auto"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1282487685" name="Номер слайда 5"/>
          <p:cNvSpPr>
            <a:spLocks noGrp="1"/>
          </p:cNvSpPr>
          <p:nvPr>
            <p:ph type="sldNum" sz="quarter" idx="4"/>
          </p:nvPr>
        </p:nvSpPr>
        <p:spPr bwMode="auto">
          <a:xfrm>
            <a:off x="11413507" y="6356357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52DCC5B9-D646-4B76-891F-6FF4E74E9CB4}" type="slidenum">
              <a:rPr lang="ru-RU"/>
              <a:t>‹#›</a:t>
            </a:fld>
            <a:endParaRPr lang="ru-RU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  <p:sldLayoutId id="2147483666" r:id="rId18"/>
    <p:sldLayoutId id="2147483667" r:id="rId19"/>
    <p:sldLayoutId id="2147483668" r:id="rId20"/>
    <p:sldLayoutId id="2147483669" r:id="rId21"/>
    <p:sldLayoutId id="2147483670" r:id="rId22"/>
    <p:sldLayoutId id="2147483671" r:id="rId23"/>
  </p:sldLayoutIdLst>
  <p:hf hdr="0" ftr="0" dt="0"/>
  <p:txStyles>
    <p:titleStyle>
      <a:lvl1pPr algn="l" defTabSz="578755" rtl="0">
        <a:lnSpc>
          <a:spcPct val="90000"/>
        </a:lnSpc>
        <a:spcBef>
          <a:spcPts val="0"/>
        </a:spcBef>
        <a:buNone/>
        <a:defRPr sz="2000" b="1">
          <a:solidFill>
            <a:schemeClr val="bg1">
              <a:lumMod val="95000"/>
            </a:schemeClr>
          </a:solidFill>
          <a:latin typeface="+mj-lt"/>
          <a:ea typeface="+mj-ea"/>
          <a:cs typeface="Amatic SC"/>
        </a:defRPr>
      </a:lvl1pPr>
    </p:titleStyle>
    <p:bodyStyle>
      <a:lvl1pPr marL="144688" indent="-144688" algn="l" defTabSz="578755" rtl="0">
        <a:lnSpc>
          <a:spcPct val="90000"/>
        </a:lnSpc>
        <a:spcBef>
          <a:spcPts val="631"/>
        </a:spcBef>
        <a:buFont typeface="Arial"/>
        <a:buChar char="•"/>
        <a:defRPr sz="1450">
          <a:solidFill>
            <a:schemeClr val="bg1">
              <a:lumMod val="95000"/>
            </a:schemeClr>
          </a:solidFill>
          <a:latin typeface="+mn-lt"/>
          <a:ea typeface="+mn-ea"/>
          <a:cs typeface="+mn-cs"/>
        </a:defRPr>
      </a:lvl1pPr>
      <a:lvl2pPr marL="434067" indent="-144688" algn="l" defTabSz="578755" rtl="0">
        <a:lnSpc>
          <a:spcPct val="90000"/>
        </a:lnSpc>
        <a:spcBef>
          <a:spcPts val="317"/>
        </a:spcBef>
        <a:buFont typeface="Arial"/>
        <a:buChar char="•"/>
        <a:defRPr sz="1250">
          <a:solidFill>
            <a:schemeClr val="bg1">
              <a:lumMod val="95000"/>
            </a:schemeClr>
          </a:solidFill>
          <a:latin typeface="+mn-lt"/>
          <a:ea typeface="+mn-ea"/>
          <a:cs typeface="+mn-cs"/>
        </a:defRPr>
      </a:lvl2pPr>
      <a:lvl3pPr marL="723445" indent="-144688" algn="l" defTabSz="578755" rtl="0">
        <a:lnSpc>
          <a:spcPct val="90000"/>
        </a:lnSpc>
        <a:spcBef>
          <a:spcPts val="317"/>
        </a:spcBef>
        <a:buFont typeface="Arial"/>
        <a:buChar char="•"/>
        <a:defRPr sz="1000">
          <a:solidFill>
            <a:schemeClr val="bg1">
              <a:lumMod val="95000"/>
            </a:schemeClr>
          </a:solidFill>
          <a:latin typeface="+mn-lt"/>
          <a:ea typeface="+mn-ea"/>
          <a:cs typeface="+mn-cs"/>
        </a:defRPr>
      </a:lvl3pPr>
      <a:lvl4pPr marL="1012822" indent="-144688" algn="l" defTabSz="578755" rtl="0">
        <a:lnSpc>
          <a:spcPct val="90000"/>
        </a:lnSpc>
        <a:spcBef>
          <a:spcPts val="317"/>
        </a:spcBef>
        <a:buFont typeface="Arial"/>
        <a:buChar char="•"/>
        <a:defRPr sz="900">
          <a:solidFill>
            <a:schemeClr val="bg1">
              <a:lumMod val="95000"/>
            </a:schemeClr>
          </a:solidFill>
          <a:latin typeface="+mn-lt"/>
          <a:ea typeface="+mn-ea"/>
          <a:cs typeface="+mn-cs"/>
        </a:defRPr>
      </a:lvl4pPr>
      <a:lvl5pPr marL="1302200" indent="-144688" algn="l" defTabSz="578755" rtl="0">
        <a:lnSpc>
          <a:spcPct val="90000"/>
        </a:lnSpc>
        <a:spcBef>
          <a:spcPts val="317"/>
        </a:spcBef>
        <a:buFont typeface="Arial"/>
        <a:buChar char="•"/>
        <a:defRPr sz="900">
          <a:solidFill>
            <a:schemeClr val="bg1">
              <a:lumMod val="95000"/>
            </a:schemeClr>
          </a:solidFill>
          <a:latin typeface="+mn-lt"/>
          <a:ea typeface="+mn-ea"/>
          <a:cs typeface="+mn-cs"/>
        </a:defRPr>
      </a:lvl5pPr>
      <a:lvl6pPr marL="1591575" indent="-144688" algn="l" defTabSz="578755" rtl="0">
        <a:lnSpc>
          <a:spcPct val="90000"/>
        </a:lnSpc>
        <a:spcBef>
          <a:spcPts val="317"/>
        </a:spcBef>
        <a:buFont typeface="Arial"/>
        <a:buChar char="•"/>
        <a:defRPr sz="1150">
          <a:solidFill>
            <a:schemeClr val="tx1"/>
          </a:solidFill>
          <a:latin typeface="+mn-lt"/>
          <a:ea typeface="+mn-ea"/>
          <a:cs typeface="+mn-cs"/>
        </a:defRPr>
      </a:lvl6pPr>
      <a:lvl7pPr marL="1880955" indent="-144688" algn="l" defTabSz="578755" rtl="0">
        <a:lnSpc>
          <a:spcPct val="90000"/>
        </a:lnSpc>
        <a:spcBef>
          <a:spcPts val="317"/>
        </a:spcBef>
        <a:buFont typeface="Arial"/>
        <a:buChar char="•"/>
        <a:defRPr sz="1150">
          <a:solidFill>
            <a:schemeClr val="tx1"/>
          </a:solidFill>
          <a:latin typeface="+mn-lt"/>
          <a:ea typeface="+mn-ea"/>
          <a:cs typeface="+mn-cs"/>
        </a:defRPr>
      </a:lvl7pPr>
      <a:lvl8pPr marL="2170334" indent="-144688" algn="l" defTabSz="578755" rtl="0">
        <a:lnSpc>
          <a:spcPct val="90000"/>
        </a:lnSpc>
        <a:spcBef>
          <a:spcPts val="317"/>
        </a:spcBef>
        <a:buFont typeface="Arial"/>
        <a:buChar char="•"/>
        <a:defRPr sz="1150">
          <a:solidFill>
            <a:schemeClr val="tx1"/>
          </a:solidFill>
          <a:latin typeface="+mn-lt"/>
          <a:ea typeface="+mn-ea"/>
          <a:cs typeface="+mn-cs"/>
        </a:defRPr>
      </a:lvl8pPr>
      <a:lvl9pPr marL="2459712" indent="-144688" algn="l" defTabSz="578755" rtl="0">
        <a:lnSpc>
          <a:spcPct val="90000"/>
        </a:lnSpc>
        <a:spcBef>
          <a:spcPts val="317"/>
        </a:spcBef>
        <a:buFont typeface="Arial"/>
        <a:buChar char="•"/>
        <a:defRPr sz="115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578755" rtl="0">
        <a:defRPr sz="1150">
          <a:solidFill>
            <a:schemeClr val="tx1"/>
          </a:solidFill>
          <a:latin typeface="+mn-lt"/>
          <a:ea typeface="+mn-ea"/>
          <a:cs typeface="+mn-cs"/>
        </a:defRPr>
      </a:lvl1pPr>
      <a:lvl2pPr marL="289378" algn="l" defTabSz="578755" rtl="0">
        <a:defRPr sz="1150">
          <a:solidFill>
            <a:schemeClr val="tx1"/>
          </a:solidFill>
          <a:latin typeface="+mn-lt"/>
          <a:ea typeface="+mn-ea"/>
          <a:cs typeface="+mn-cs"/>
        </a:defRPr>
      </a:lvl2pPr>
      <a:lvl3pPr marL="578755" algn="l" defTabSz="578755" rtl="0">
        <a:defRPr sz="1150">
          <a:solidFill>
            <a:schemeClr val="tx1"/>
          </a:solidFill>
          <a:latin typeface="+mn-lt"/>
          <a:ea typeface="+mn-ea"/>
          <a:cs typeface="+mn-cs"/>
        </a:defRPr>
      </a:lvl3pPr>
      <a:lvl4pPr marL="868132" algn="l" defTabSz="578755" rtl="0">
        <a:defRPr sz="1150">
          <a:solidFill>
            <a:schemeClr val="tx1"/>
          </a:solidFill>
          <a:latin typeface="+mn-lt"/>
          <a:ea typeface="+mn-ea"/>
          <a:cs typeface="+mn-cs"/>
        </a:defRPr>
      </a:lvl4pPr>
      <a:lvl5pPr marL="1157510" algn="l" defTabSz="578755" rtl="0">
        <a:defRPr sz="1150">
          <a:solidFill>
            <a:schemeClr val="tx1"/>
          </a:solidFill>
          <a:latin typeface="+mn-lt"/>
          <a:ea typeface="+mn-ea"/>
          <a:cs typeface="+mn-cs"/>
        </a:defRPr>
      </a:lvl5pPr>
      <a:lvl6pPr marL="1446887" algn="l" defTabSz="578755" rtl="0">
        <a:defRPr sz="1150">
          <a:solidFill>
            <a:schemeClr val="tx1"/>
          </a:solidFill>
          <a:latin typeface="+mn-lt"/>
          <a:ea typeface="+mn-ea"/>
          <a:cs typeface="+mn-cs"/>
        </a:defRPr>
      </a:lvl6pPr>
      <a:lvl7pPr marL="1736266" algn="l" defTabSz="578755" rtl="0">
        <a:defRPr sz="1150">
          <a:solidFill>
            <a:schemeClr val="tx1"/>
          </a:solidFill>
          <a:latin typeface="+mn-lt"/>
          <a:ea typeface="+mn-ea"/>
          <a:cs typeface="+mn-cs"/>
        </a:defRPr>
      </a:lvl7pPr>
      <a:lvl8pPr marL="2025644" algn="l" defTabSz="578755" rtl="0">
        <a:defRPr sz="1150">
          <a:solidFill>
            <a:schemeClr val="tx1"/>
          </a:solidFill>
          <a:latin typeface="+mn-lt"/>
          <a:ea typeface="+mn-ea"/>
          <a:cs typeface="+mn-cs"/>
        </a:defRPr>
      </a:lvl8pPr>
      <a:lvl9pPr marL="2315021" algn="l" defTabSz="578755" rtl="0">
        <a:defRPr sz="11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1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3" Type="http://schemas.openxmlformats.org/officeDocument/2006/relationships/image" Target="../media/image1.png"/><Relationship Id="rId7" Type="http://schemas.openxmlformats.org/officeDocument/2006/relationships/image" Target="../media/image1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png"/><Relationship Id="rId3" Type="http://schemas.openxmlformats.org/officeDocument/2006/relationships/image" Target="../media/image18.png"/><Relationship Id="rId7" Type="http://schemas.openxmlformats.org/officeDocument/2006/relationships/image" Target="../media/image2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21.png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7" Type="http://schemas.openxmlformats.org/officeDocument/2006/relationships/image" Target="../media/image2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27.png"/><Relationship Id="rId5" Type="http://schemas.openxmlformats.org/officeDocument/2006/relationships/image" Target="../media/image26.png"/><Relationship Id="rId4" Type="http://schemas.openxmlformats.org/officeDocument/2006/relationships/image" Target="../media/image25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30.png"/><Relationship Id="rId4" Type="http://schemas.openxmlformats.org/officeDocument/2006/relationships/image" Target="../media/image29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5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36.png"/><Relationship Id="rId5" Type="http://schemas.openxmlformats.org/officeDocument/2006/relationships/image" Target="../media/image35.png"/><Relationship Id="rId4" Type="http://schemas.openxmlformats.org/officeDocument/2006/relationships/image" Target="../media/image34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5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Заголовок 2">
            <a:extLst>
              <a:ext uri="{FF2B5EF4-FFF2-40B4-BE49-F238E27FC236}">
                <a16:creationId xmlns:a16="http://schemas.microsoft.com/office/drawing/2014/main" id="{2FA84A33-0C72-0932-80BA-8E3874357B7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31703" y="2773550"/>
            <a:ext cx="8236887" cy="2484250"/>
          </a:xfrm>
        </p:spPr>
        <p:txBody>
          <a:bodyPr/>
          <a:lstStyle/>
          <a:p>
            <a:pPr indent="0"/>
            <a:r>
              <a:rPr lang="ru-RU" sz="3200" dirty="0"/>
              <a:t>Разработка платформы подбора роботизированных решений </a:t>
            </a:r>
            <a:br>
              <a:rPr lang="ru-RU" sz="3200" dirty="0"/>
            </a:br>
            <a:r>
              <a:rPr lang="ru-RU" sz="3200" dirty="0"/>
              <a:t>с расчетом экономического</a:t>
            </a:r>
            <a:br>
              <a:rPr lang="ru-RU" sz="3200" dirty="0"/>
            </a:br>
            <a:r>
              <a:rPr lang="ru-RU" sz="3200" dirty="0"/>
              <a:t>эффекта и визуализацией</a:t>
            </a:r>
            <a:br>
              <a:rPr lang="ru-RU" sz="3200" dirty="0"/>
            </a:br>
            <a:r>
              <a:rPr lang="ru-RU" sz="3200" dirty="0"/>
              <a:t>работы роботов на объекте</a:t>
            </a:r>
          </a:p>
        </p:txBody>
      </p:sp>
      <p:sp>
        <p:nvSpPr>
          <p:cNvPr id="2" name="Скругленный прямоугольник 1">
            <a:extLst>
              <a:ext uri="{FF2B5EF4-FFF2-40B4-BE49-F238E27FC236}">
                <a16:creationId xmlns:a16="http://schemas.microsoft.com/office/drawing/2014/main" id="{42AA0FBE-CF0A-64AF-80E8-EF1996F56DB8}"/>
              </a:ext>
            </a:extLst>
          </p:cNvPr>
          <p:cNvSpPr/>
          <p:nvPr/>
        </p:nvSpPr>
        <p:spPr>
          <a:xfrm>
            <a:off x="-296709" y="-313993"/>
            <a:ext cx="6125156" cy="2285622"/>
          </a:xfrm>
          <a:prstGeom prst="roundRect">
            <a:avLst>
              <a:gd name="adj" fmla="val 9821"/>
            </a:avLst>
          </a:prstGeom>
          <a:noFill/>
          <a:ln w="9525" cap="flat" cmpd="sng" algn="ctr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accent2"/>
              </a:solidFill>
            </a:endParaRPr>
          </a:p>
        </p:txBody>
      </p:sp>
      <p:pic>
        <p:nvPicPr>
          <p:cNvPr id="7" name="Image 10" descr=" ">
            <a:extLst>
              <a:ext uri="{FF2B5EF4-FFF2-40B4-BE49-F238E27FC236}">
                <a16:creationId xmlns:a16="http://schemas.microsoft.com/office/drawing/2014/main" id="{D0B90FBA-EDA9-856A-EEAF-D78BC7C95B4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774" y="1081187"/>
            <a:ext cx="4197839" cy="575438"/>
          </a:xfrm>
          <a:prstGeom prst="rect">
            <a:avLst/>
          </a:prstGeom>
        </p:spPr>
      </p:pic>
      <p:pic>
        <p:nvPicPr>
          <p:cNvPr id="14" name="Рисунок 13">
            <a:extLst>
              <a:ext uri="{FF2B5EF4-FFF2-40B4-BE49-F238E27FC236}">
                <a16:creationId xmlns:a16="http://schemas.microsoft.com/office/drawing/2014/main" id="{48DF0FC3-07EA-B63B-0A76-E51B8BBC7F9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4831" y="222619"/>
            <a:ext cx="2168863" cy="722953"/>
          </a:xfrm>
          <a:prstGeom prst="rect">
            <a:avLst/>
          </a:prstGeom>
        </p:spPr>
      </p:pic>
      <p:sp>
        <p:nvSpPr>
          <p:cNvPr id="4" name="Скругленный прямоугольник 3">
            <a:extLst>
              <a:ext uri="{FF2B5EF4-FFF2-40B4-BE49-F238E27FC236}">
                <a16:creationId xmlns:a16="http://schemas.microsoft.com/office/drawing/2014/main" id="{615C5F5C-FAF4-9B66-F8F6-AAB7B939925D}"/>
              </a:ext>
            </a:extLst>
          </p:cNvPr>
          <p:cNvSpPr/>
          <p:nvPr/>
        </p:nvSpPr>
        <p:spPr>
          <a:xfrm>
            <a:off x="314831" y="5692027"/>
            <a:ext cx="3952656" cy="620919"/>
          </a:xfrm>
          <a:prstGeom prst="roundRect">
            <a:avLst>
              <a:gd name="adj" fmla="val 18706"/>
            </a:avLst>
          </a:prstGeom>
          <a:solidFill>
            <a:schemeClr val="accent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accent2"/>
              </a:solidFill>
            </a:endParaRP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37079B28-9FB8-672E-DD52-FA978EC4A21B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14832" y="5692027"/>
            <a:ext cx="3952656" cy="620919"/>
          </a:xfrm>
        </p:spPr>
        <p:txBody>
          <a:bodyPr anchor="ctr">
            <a:normAutofit/>
          </a:bodyPr>
          <a:lstStyle/>
          <a:p>
            <a:pPr indent="0" algn="ctr"/>
            <a:r>
              <a:rPr lang="ru-RU" b="1" dirty="0">
                <a:solidFill>
                  <a:srgbClr val="FFFFFF"/>
                </a:solidFill>
              </a:rPr>
              <a:t>Команда - </a:t>
            </a:r>
            <a:r>
              <a:rPr lang="en-US" b="1" dirty="0">
                <a:solidFill>
                  <a:srgbClr val="FFFFFF"/>
                </a:solidFill>
              </a:rPr>
              <a:t>YAKUBO DIGITAL</a:t>
            </a:r>
            <a:endParaRPr lang="ru-RU" b="1" dirty="0"/>
          </a:p>
        </p:txBody>
      </p:sp>
    </p:spTree>
    <p:extLst>
      <p:ext uri="{BB962C8B-B14F-4D97-AF65-F5344CB8AC3E}">
        <p14:creationId xmlns:p14="http://schemas.microsoft.com/office/powerpoint/2010/main" val="235052090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 amt="83000"/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13BA75DB-8EAE-769C-2B17-FF7CD6EEF6C6}"/>
              </a:ext>
            </a:extLst>
          </p:cNvPr>
          <p:cNvSpPr/>
          <p:nvPr/>
        </p:nvSpPr>
        <p:spPr>
          <a:xfrm>
            <a:off x="0" y="2971800"/>
            <a:ext cx="4555783" cy="3886200"/>
          </a:xfrm>
          <a:prstGeom prst="rect">
            <a:avLst/>
          </a:prstGeom>
          <a:solidFill>
            <a:srgbClr val="DCCEE4">
              <a:alpha val="49804"/>
            </a:srgb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ru-RU" dirty="0"/>
          </a:p>
        </p:txBody>
      </p:sp>
      <p:sp>
        <p:nvSpPr>
          <p:cNvPr id="6" name="Текст 8">
            <a:extLst>
              <a:ext uri="{FF2B5EF4-FFF2-40B4-BE49-F238E27FC236}">
                <a16:creationId xmlns:a16="http://schemas.microsoft.com/office/drawing/2014/main" id="{32D7670A-4313-AE7C-DDA9-134ADC224C94}"/>
              </a:ext>
            </a:extLst>
          </p:cNvPr>
          <p:cNvSpPr txBox="1">
            <a:spLocks/>
          </p:cNvSpPr>
          <p:nvPr/>
        </p:nvSpPr>
        <p:spPr>
          <a:xfrm>
            <a:off x="5511863" y="2379786"/>
            <a:ext cx="4945564" cy="668667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 eaLnBrk="1" latinLnBrk="0" hangingPunct="1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 pitchFamily="2" charset="2"/>
              <a:buChar char="§"/>
              <a:defRPr sz="1400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271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9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6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None/>
            </a:pPr>
            <a:r>
              <a:rPr lang="ru-RU" sz="1600" b="1" dirty="0">
                <a:solidFill>
                  <a:schemeClr val="accent5"/>
                </a:solidFill>
              </a:rPr>
              <a:t>Краткое описание решения:</a:t>
            </a:r>
          </a:p>
        </p:txBody>
      </p:sp>
      <p:sp>
        <p:nvSpPr>
          <p:cNvPr id="8" name="Текст 8">
            <a:extLst>
              <a:ext uri="{FF2B5EF4-FFF2-40B4-BE49-F238E27FC236}">
                <a16:creationId xmlns:a16="http://schemas.microsoft.com/office/drawing/2014/main" id="{D8A04531-793D-BF7A-34F3-615C18C06BA5}"/>
              </a:ext>
            </a:extLst>
          </p:cNvPr>
          <p:cNvSpPr txBox="1">
            <a:spLocks/>
          </p:cNvSpPr>
          <p:nvPr/>
        </p:nvSpPr>
        <p:spPr>
          <a:xfrm>
            <a:off x="5528565" y="5089184"/>
            <a:ext cx="6267602" cy="1632299"/>
          </a:xfrm>
          <a:prstGeom prst="rect">
            <a:avLst/>
          </a:prstGeom>
          <a:ln>
            <a:noFill/>
          </a:ln>
        </p:spPr>
        <p:txBody>
          <a:bodyPr vert="horz" wrap="square" lIns="91440" tIns="45720" rIns="91440" bIns="45720" rtlCol="0">
            <a:noAutofit/>
          </a:bodyPr>
          <a:lstStyle>
            <a:lvl1pPr marL="144688" indent="-144688" algn="l" defTabSz="578755" rtl="0" eaLnBrk="1" latinLnBrk="0" hangingPunct="1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 pitchFamily="2" charset="2"/>
              <a:buChar char="§"/>
              <a:defRPr sz="1400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271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9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6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Font typeface="Wingdings" pitchFamily="2" charset="2"/>
              <a:buNone/>
            </a:pPr>
            <a:r>
              <a:rPr lang="ru-RU" b="0" dirty="0">
                <a:solidFill>
                  <a:srgbClr val="1C1D22"/>
                </a:solidFill>
                <a:latin typeface="Montserrat"/>
              </a:rPr>
              <a:t>Расчёт прозрачен</a:t>
            </a:r>
            <a:r>
              <a:rPr lang="en-US" b="0" dirty="0">
                <a:solidFill>
                  <a:srgbClr val="1C1D22"/>
                </a:solidFill>
                <a:latin typeface="Montserrat"/>
              </a:rPr>
              <a:t>,</a:t>
            </a:r>
            <a:r>
              <a:rPr lang="ru-RU" b="0" dirty="0">
                <a:solidFill>
                  <a:srgbClr val="1C1D22"/>
                </a:solidFill>
                <a:latin typeface="Montserrat"/>
              </a:rPr>
              <a:t> интуитивно понятен </a:t>
            </a:r>
            <a:br>
              <a:rPr lang="ru-RU" b="0" dirty="0">
                <a:solidFill>
                  <a:srgbClr val="1C1D22"/>
                </a:solidFill>
                <a:latin typeface="Montserrat"/>
              </a:rPr>
            </a:br>
            <a:r>
              <a:rPr lang="ru-RU" b="0" dirty="0">
                <a:solidFill>
                  <a:srgbClr val="1C1D22"/>
                </a:solidFill>
                <a:latin typeface="Montserrat"/>
              </a:rPr>
              <a:t>и нагляден: у величины есть формула, подстановка и источник</a:t>
            </a:r>
            <a:r>
              <a:rPr lang="en-US" b="0" dirty="0">
                <a:solidFill>
                  <a:srgbClr val="1C1D22"/>
                </a:solidFill>
                <a:latin typeface="Montserrat"/>
              </a:rPr>
              <a:t>,</a:t>
            </a:r>
            <a:r>
              <a:rPr lang="ru-RU" b="0" dirty="0">
                <a:solidFill>
                  <a:srgbClr val="1C1D22"/>
                </a:solidFill>
                <a:latin typeface="Montserrat"/>
              </a:rPr>
              <a:t> разработана тонкая система учета вводимых параметро</a:t>
            </a:r>
            <a:r>
              <a:rPr lang="ru-RU" dirty="0">
                <a:solidFill>
                  <a:srgbClr val="1C1D22"/>
                </a:solidFill>
                <a:latin typeface="Montserrat"/>
              </a:rPr>
              <a:t>в </a:t>
            </a:r>
            <a:br>
              <a:rPr lang="ru-RU" dirty="0">
                <a:solidFill>
                  <a:srgbClr val="1C1D22"/>
                </a:solidFill>
                <a:latin typeface="Montserrat"/>
              </a:rPr>
            </a:br>
            <a:r>
              <a:rPr lang="ru-RU" dirty="0">
                <a:solidFill>
                  <a:srgbClr val="1C1D22"/>
                </a:solidFill>
                <a:latin typeface="Montserrat"/>
              </a:rPr>
              <a:t>(А что</a:t>
            </a:r>
            <a:r>
              <a:rPr lang="en-US" dirty="0">
                <a:solidFill>
                  <a:srgbClr val="1C1D22"/>
                </a:solidFill>
                <a:latin typeface="Montserrat"/>
              </a:rPr>
              <a:t>, </a:t>
            </a:r>
            <a:r>
              <a:rPr lang="ru-RU" dirty="0">
                <a:solidFill>
                  <a:srgbClr val="1C1D22"/>
                </a:solidFill>
                <a:latin typeface="Montserrat"/>
              </a:rPr>
              <a:t>если ?)</a:t>
            </a:r>
            <a:r>
              <a:rPr lang="en-US" dirty="0">
                <a:solidFill>
                  <a:srgbClr val="1C1D22"/>
                </a:solidFill>
                <a:latin typeface="Montserrat"/>
              </a:rPr>
              <a:t>,</a:t>
            </a:r>
            <a:r>
              <a:rPr lang="ru-RU" dirty="0">
                <a:solidFill>
                  <a:srgbClr val="1C1D22"/>
                </a:solidFill>
                <a:latin typeface="Montserrat"/>
              </a:rPr>
              <a:t> а также уникальная технология визуализации и подготовки отчетной документации</a:t>
            </a:r>
            <a:r>
              <a:rPr lang="ru-RU" b="0" dirty="0">
                <a:solidFill>
                  <a:srgbClr val="1C1D22"/>
                </a:solidFill>
                <a:latin typeface="Montserrat"/>
              </a:rPr>
              <a:t>. </a:t>
            </a:r>
          </a:p>
        </p:txBody>
      </p:sp>
      <p:sp>
        <p:nvSpPr>
          <p:cNvPr id="14" name="Текст 8">
            <a:extLst>
              <a:ext uri="{FF2B5EF4-FFF2-40B4-BE49-F238E27FC236}">
                <a16:creationId xmlns:a16="http://schemas.microsoft.com/office/drawing/2014/main" id="{A66B04C6-E9BA-5BA2-7A5C-84468D491C57}"/>
              </a:ext>
            </a:extLst>
          </p:cNvPr>
          <p:cNvSpPr txBox="1">
            <a:spLocks/>
          </p:cNvSpPr>
          <p:nvPr/>
        </p:nvSpPr>
        <p:spPr>
          <a:xfrm>
            <a:off x="334962" y="3883009"/>
            <a:ext cx="4220821" cy="2473341"/>
          </a:xfrm>
          <a:prstGeom prst="rect">
            <a:avLst/>
          </a:prstGeom>
          <a:ln>
            <a:noFill/>
          </a:ln>
        </p:spPr>
        <p:txBody>
          <a:bodyPr vert="horz" wrap="square" lIns="91440" tIns="45720" rIns="91440" bIns="45720" rtlCol="0">
            <a:normAutofit/>
          </a:bodyPr>
          <a:lstStyle>
            <a:lvl1pPr marL="144688" indent="-144688" algn="l" defTabSz="578755" rtl="0" eaLnBrk="1" latinLnBrk="0" hangingPunct="1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 pitchFamily="2" charset="2"/>
              <a:buChar char="§"/>
              <a:defRPr sz="1400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271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9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6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ru-RU" sz="1000" b="0" dirty="0">
                <a:solidFill>
                  <a:srgbClr val="1C1D22"/>
                </a:solidFill>
                <a:latin typeface="Montserrat"/>
              </a:rPr>
              <a:t>Капитан: Якубовский Дмитрий Сергеевич, </a:t>
            </a:r>
            <a:br>
              <a:rPr lang="en-US" sz="1000" b="0" dirty="0">
                <a:solidFill>
                  <a:srgbClr val="1C1D22"/>
                </a:solidFill>
                <a:latin typeface="Montserrat"/>
              </a:rPr>
            </a:br>
            <a:r>
              <a:rPr lang="ru-RU" sz="1000" b="0" dirty="0">
                <a:solidFill>
                  <a:srgbClr val="1C1D22"/>
                </a:solidFill>
                <a:latin typeface="Montserrat"/>
              </a:rPr>
              <a:t>МГТУ им. Н.Э. Баумана, </a:t>
            </a:r>
            <a:r>
              <a:rPr lang="ru-RU" sz="1000" dirty="0">
                <a:solidFill>
                  <a:srgbClr val="1C1D22"/>
                </a:solidFill>
                <a:latin typeface="Montserrat"/>
              </a:rPr>
              <a:t>информационная безопасность</a:t>
            </a:r>
            <a:endParaRPr lang="ru-RU" sz="1000" b="0" dirty="0">
              <a:solidFill>
                <a:srgbClr val="1C1D22"/>
              </a:solidFill>
              <a:latin typeface="Montserrat"/>
            </a:endParaRPr>
          </a:p>
          <a:p>
            <a:pPr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ru-RU" sz="1000" b="0" dirty="0">
                <a:solidFill>
                  <a:srgbClr val="1C1D22"/>
                </a:solidFill>
                <a:latin typeface="Montserrat"/>
              </a:rPr>
              <a:t>Кол-во участников: 4 человека</a:t>
            </a:r>
          </a:p>
          <a:p>
            <a:pPr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ru-RU" sz="1000" b="0" dirty="0">
                <a:solidFill>
                  <a:srgbClr val="1C1D22"/>
                </a:solidFill>
                <a:latin typeface="Montserrat"/>
              </a:rPr>
              <a:t>Команда собралась для хакатона. </a:t>
            </a:r>
            <a:endParaRPr lang="ru-RU" sz="1000" dirty="0">
              <a:solidFill>
                <a:srgbClr val="1C1D22"/>
              </a:solidFill>
              <a:latin typeface="Montserrat"/>
            </a:endParaRPr>
          </a:p>
          <a:p>
            <a:pPr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ru-RU" sz="1000" b="0" dirty="0">
                <a:solidFill>
                  <a:srgbClr val="1C1D22"/>
                </a:solidFill>
                <a:latin typeface="Montserrat"/>
              </a:rPr>
              <a:t>Команда объединила разные компетенции. </a:t>
            </a:r>
            <a:endParaRPr lang="ru-RU" sz="1000" dirty="0">
              <a:solidFill>
                <a:srgbClr val="1C1D22"/>
              </a:solidFill>
              <a:latin typeface="Montserrat"/>
            </a:endParaRPr>
          </a:p>
          <a:p>
            <a:pPr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ru-RU" sz="1000" b="0" dirty="0">
                <a:solidFill>
                  <a:srgbClr val="1C1D22"/>
                </a:solidFill>
                <a:latin typeface="Montserrat"/>
              </a:rPr>
              <a:t>Вместе в хакатонах раньше не участвовали</a:t>
            </a:r>
            <a:r>
              <a:rPr lang="en-US" sz="1000" b="0" dirty="0">
                <a:solidFill>
                  <a:srgbClr val="1C1D22"/>
                </a:solidFill>
                <a:latin typeface="Montserrat"/>
              </a:rPr>
              <a:t>,</a:t>
            </a:r>
            <a:r>
              <a:rPr lang="ru-RU" sz="1000" b="0" dirty="0">
                <a:solidFill>
                  <a:srgbClr val="1C1D22"/>
                </a:solidFill>
                <a:latin typeface="Montserrat"/>
              </a:rPr>
              <a:t> </a:t>
            </a:r>
          </a:p>
          <a:p>
            <a:pPr marL="0" indent="0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00" b="0" dirty="0">
                <a:solidFill>
                  <a:srgbClr val="1C1D22"/>
                </a:solidFill>
                <a:latin typeface="Montserrat"/>
              </a:rPr>
              <a:t>при этом собрали слаженную команду во время совместной работы.</a:t>
            </a:r>
          </a:p>
          <a:p>
            <a:pPr>
              <a:lnSpc>
                <a:spcPct val="120000"/>
              </a:lnSpc>
              <a:spcBef>
                <a:spcPts val="0"/>
              </a:spcBef>
            </a:pPr>
            <a:r>
              <a:rPr lang="ru-RU" sz="1000" dirty="0">
                <a:solidFill>
                  <a:srgbClr val="1C1D22"/>
                </a:solidFill>
                <a:latin typeface="Montserrat"/>
              </a:rPr>
              <a:t>Учащиеся </a:t>
            </a:r>
            <a:r>
              <a:rPr lang="ru-RU" sz="1000" dirty="0">
                <a:solidFill>
                  <a:srgbClr val="1C1D22"/>
                </a:solidFill>
              </a:rPr>
              <a:t>МГТУ им. Н.Э. Баумана и Московского инновационного университета</a:t>
            </a:r>
            <a:r>
              <a:rPr lang="en-US" sz="1000" dirty="0">
                <a:solidFill>
                  <a:srgbClr val="1C1D22"/>
                </a:solidFill>
              </a:rPr>
              <a:t>.</a:t>
            </a:r>
            <a:endParaRPr lang="ru-RU" sz="1000" b="0" dirty="0">
              <a:solidFill>
                <a:srgbClr val="1C1D22"/>
              </a:solidFill>
              <a:latin typeface="Montserrat"/>
            </a:endParaRPr>
          </a:p>
          <a:p>
            <a:pPr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ru-RU" sz="1000" dirty="0">
                <a:solidFill>
                  <a:srgbClr val="1C1D22"/>
                </a:solidFill>
                <a:latin typeface="Montserrat"/>
              </a:rPr>
              <a:t>Город и регион</a:t>
            </a:r>
            <a:r>
              <a:rPr lang="en-US" sz="1000" dirty="0">
                <a:solidFill>
                  <a:srgbClr val="1C1D22"/>
                </a:solidFill>
                <a:latin typeface="Montserrat"/>
              </a:rPr>
              <a:t>: </a:t>
            </a:r>
            <a:r>
              <a:rPr lang="ru-RU" sz="1000" dirty="0">
                <a:solidFill>
                  <a:srgbClr val="1C1D22"/>
                </a:solidFill>
                <a:latin typeface="Montserrat"/>
              </a:rPr>
              <a:t>Москва</a:t>
            </a:r>
            <a:endParaRPr lang="ru-RU" sz="1000" b="0" dirty="0">
              <a:solidFill>
                <a:srgbClr val="1C1D22"/>
              </a:solidFill>
              <a:latin typeface="Montserrat"/>
            </a:endParaRPr>
          </a:p>
          <a:p>
            <a:pPr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Tx/>
              <a:buChar char="-"/>
            </a:pPr>
            <a:endParaRPr lang="ru-RU" sz="1000" b="0" i="1" dirty="0">
              <a:solidFill>
                <a:srgbClr val="1C1D22"/>
              </a:solidFill>
              <a:latin typeface="Montserrat"/>
            </a:endParaRPr>
          </a:p>
          <a:p>
            <a:pPr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endParaRPr lang="ru-RU" sz="1000" b="0" i="1" dirty="0">
              <a:solidFill>
                <a:srgbClr val="1C1D22"/>
              </a:solidFill>
              <a:latin typeface="Montserrat"/>
            </a:endParaRPr>
          </a:p>
        </p:txBody>
      </p:sp>
      <p:sp>
        <p:nvSpPr>
          <p:cNvPr id="15" name="Текст 8">
            <a:extLst>
              <a:ext uri="{FF2B5EF4-FFF2-40B4-BE49-F238E27FC236}">
                <a16:creationId xmlns:a16="http://schemas.microsoft.com/office/drawing/2014/main" id="{835E7A1E-FFEA-1C2F-65E6-56769FEFB842}"/>
              </a:ext>
            </a:extLst>
          </p:cNvPr>
          <p:cNvSpPr txBox="1">
            <a:spLocks/>
          </p:cNvSpPr>
          <p:nvPr/>
        </p:nvSpPr>
        <p:spPr>
          <a:xfrm>
            <a:off x="334962" y="3484785"/>
            <a:ext cx="2990173" cy="353935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 eaLnBrk="1" latinLnBrk="0" hangingPunct="1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 pitchFamily="2" charset="2"/>
              <a:buChar char="§"/>
              <a:defRPr sz="1400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271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9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6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None/>
            </a:pPr>
            <a:r>
              <a:rPr lang="ru-RU" sz="1600" b="1" dirty="0">
                <a:solidFill>
                  <a:schemeClr val="accent5"/>
                </a:solidFill>
              </a:rPr>
              <a:t>О команде</a:t>
            </a:r>
          </a:p>
        </p:txBody>
      </p:sp>
      <p:sp>
        <p:nvSpPr>
          <p:cNvPr id="18" name="Заголовок 6">
            <a:extLst>
              <a:ext uri="{FF2B5EF4-FFF2-40B4-BE49-F238E27FC236}">
                <a16:creationId xmlns:a16="http://schemas.microsoft.com/office/drawing/2014/main" id="{7CB04CCE-DD7B-2901-A280-8E4E079451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11862" y="1107868"/>
            <a:ext cx="4755521" cy="583368"/>
          </a:xfrm>
        </p:spPr>
        <p:txBody>
          <a:bodyPr wrap="square"/>
          <a:lstStyle/>
          <a:p>
            <a:r>
              <a:rPr sz="3500" b="1" dirty="0">
                <a:solidFill>
                  <a:srgbClr val="FF0053"/>
                </a:solidFill>
                <a:latin typeface="Montserrat"/>
              </a:rPr>
              <a:t>YAKUBO DIGITAL</a:t>
            </a:r>
            <a:endParaRPr lang="ru-RU" sz="3500" dirty="0">
              <a:solidFill>
                <a:schemeClr val="accent5"/>
              </a:solidFill>
              <a:latin typeface="+mn-lt"/>
            </a:endParaRPr>
          </a:p>
        </p:txBody>
      </p:sp>
      <p:cxnSp>
        <p:nvCxnSpPr>
          <p:cNvPr id="7" name="Прямая соединительная линия 6">
            <a:extLst>
              <a:ext uri="{FF2B5EF4-FFF2-40B4-BE49-F238E27FC236}">
                <a16:creationId xmlns:a16="http://schemas.microsoft.com/office/drawing/2014/main" id="{7C7CCC6C-58F8-0E63-53E4-87AE6D59DD62}"/>
              </a:ext>
            </a:extLst>
          </p:cNvPr>
          <p:cNvCxnSpPr>
            <a:cxnSpLocks/>
          </p:cNvCxnSpPr>
          <p:nvPr/>
        </p:nvCxnSpPr>
        <p:spPr>
          <a:xfrm>
            <a:off x="5597718" y="2240031"/>
            <a:ext cx="6167880" cy="0"/>
          </a:xfrm>
          <a:prstGeom prst="line">
            <a:avLst/>
          </a:prstGeom>
          <a:ln w="12700">
            <a:solidFill>
              <a:schemeClr val="accent5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6" name="Прямая соединительная линия 15">
            <a:extLst>
              <a:ext uri="{FF2B5EF4-FFF2-40B4-BE49-F238E27FC236}">
                <a16:creationId xmlns:a16="http://schemas.microsoft.com/office/drawing/2014/main" id="{1B3B23E2-26F4-92D2-2DA4-7A9B6B8237E1}"/>
              </a:ext>
            </a:extLst>
          </p:cNvPr>
          <p:cNvCxnSpPr>
            <a:cxnSpLocks/>
          </p:cNvCxnSpPr>
          <p:nvPr/>
        </p:nvCxnSpPr>
        <p:spPr>
          <a:xfrm>
            <a:off x="6897347" y="4437879"/>
            <a:ext cx="4884824" cy="0"/>
          </a:xfrm>
          <a:prstGeom prst="line">
            <a:avLst/>
          </a:prstGeom>
          <a:ln w="12700">
            <a:solidFill>
              <a:schemeClr val="accent5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7" name="Прямая соединительная линия 16">
            <a:extLst>
              <a:ext uri="{FF2B5EF4-FFF2-40B4-BE49-F238E27FC236}">
                <a16:creationId xmlns:a16="http://schemas.microsoft.com/office/drawing/2014/main" id="{0C8347DC-DEA9-7C56-5C73-FA89FB55D49D}"/>
              </a:ext>
            </a:extLst>
          </p:cNvPr>
          <p:cNvCxnSpPr>
            <a:cxnSpLocks/>
          </p:cNvCxnSpPr>
          <p:nvPr/>
        </p:nvCxnSpPr>
        <p:spPr>
          <a:xfrm>
            <a:off x="395833" y="3448639"/>
            <a:ext cx="4033044" cy="0"/>
          </a:xfrm>
          <a:prstGeom prst="line">
            <a:avLst/>
          </a:prstGeom>
          <a:ln>
            <a:solidFill>
              <a:schemeClr val="accent5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4" name="Текст 8">
            <a:extLst>
              <a:ext uri="{FF2B5EF4-FFF2-40B4-BE49-F238E27FC236}">
                <a16:creationId xmlns:a16="http://schemas.microsoft.com/office/drawing/2014/main" id="{D556F1CE-69ED-AE0F-D388-9032B66CC535}"/>
              </a:ext>
            </a:extLst>
          </p:cNvPr>
          <p:cNvSpPr txBox="1">
            <a:spLocks/>
          </p:cNvSpPr>
          <p:nvPr/>
        </p:nvSpPr>
        <p:spPr>
          <a:xfrm>
            <a:off x="5511863" y="4627498"/>
            <a:ext cx="4945564" cy="668667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 eaLnBrk="1" latinLnBrk="0" hangingPunct="1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 pitchFamily="2" charset="2"/>
              <a:buChar char="§"/>
              <a:defRPr sz="1400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271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9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6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None/>
            </a:pPr>
            <a:r>
              <a:rPr lang="ru-RU" sz="1600" b="1" dirty="0">
                <a:solidFill>
                  <a:schemeClr val="accent5"/>
                </a:solidFill>
              </a:rPr>
              <a:t>Уникальность решения:</a:t>
            </a:r>
          </a:p>
        </p:txBody>
      </p:sp>
      <p:sp>
        <p:nvSpPr>
          <p:cNvPr id="5" name="Текст 8">
            <a:extLst>
              <a:ext uri="{FF2B5EF4-FFF2-40B4-BE49-F238E27FC236}">
                <a16:creationId xmlns:a16="http://schemas.microsoft.com/office/drawing/2014/main" id="{6811D897-A2AE-AA09-747E-1B90C43B5420}"/>
              </a:ext>
            </a:extLst>
          </p:cNvPr>
          <p:cNvSpPr txBox="1">
            <a:spLocks/>
          </p:cNvSpPr>
          <p:nvPr/>
        </p:nvSpPr>
        <p:spPr>
          <a:xfrm>
            <a:off x="5511862" y="2915671"/>
            <a:ext cx="6284305" cy="1379781"/>
          </a:xfrm>
          <a:prstGeom prst="rect">
            <a:avLst/>
          </a:prstGeom>
          <a:ln>
            <a:noFill/>
          </a:ln>
        </p:spPr>
        <p:txBody>
          <a:bodyPr vert="horz" wrap="square" lIns="91440" tIns="45720" rIns="91440" bIns="45720" rtlCol="0">
            <a:normAutofit/>
          </a:bodyPr>
          <a:lstStyle>
            <a:lvl1pPr marL="144688" indent="-144688" algn="l" defTabSz="578755" rtl="0" eaLnBrk="1" latinLnBrk="0" hangingPunct="1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 pitchFamily="2" charset="2"/>
              <a:buChar char="§"/>
              <a:defRPr sz="1400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271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9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6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ru-RU" dirty="0">
                <a:solidFill>
                  <a:schemeClr val="tx1"/>
                </a:solidFill>
              </a:rPr>
              <a:t>Веб-платформа, которая проводит пользователя по единому сценарию: выбор отрасли и объекта, подбор и сравнение роботизированных решений, ввод или загрузка параметров объекта, расчет экономики, сравнение сценариев и визуализация работы роботов. </a:t>
            </a:r>
          </a:p>
          <a:p>
            <a:pPr marL="0" indent="0">
              <a:lnSpc>
                <a:spcPct val="100000"/>
              </a:lnSpc>
              <a:buFont typeface="Wingdings" pitchFamily="2" charset="2"/>
              <a:buNone/>
            </a:pPr>
            <a:endParaRPr lang="en-US" sz="1200" b="0" dirty="0">
              <a:solidFill>
                <a:srgbClr val="1C1D22"/>
              </a:solidFill>
              <a:latin typeface="Montserrat"/>
            </a:endParaRPr>
          </a:p>
          <a:p>
            <a:pPr marL="0" indent="0">
              <a:lnSpc>
                <a:spcPct val="100000"/>
              </a:lnSpc>
              <a:buFont typeface="Wingdings" pitchFamily="2" charset="2"/>
              <a:buNone/>
            </a:pPr>
            <a:endParaRPr lang="ru-RU" sz="1200" b="1" dirty="0">
              <a:solidFill>
                <a:srgbClr val="1C1D22"/>
              </a:solidFill>
              <a:latin typeface="Montserrat"/>
            </a:endParaRPr>
          </a:p>
        </p:txBody>
      </p:sp>
      <p:sp>
        <p:nvSpPr>
          <p:cNvPr id="10" name="Номер слайда 35">
            <a:extLst>
              <a:ext uri="{FF2B5EF4-FFF2-40B4-BE49-F238E27FC236}">
                <a16:creationId xmlns:a16="http://schemas.microsoft.com/office/drawing/2014/main" id="{75D9ACE7-3A6B-03B3-9BA4-502350CBAA74}"/>
              </a:ext>
            </a:extLst>
          </p:cNvPr>
          <p:cNvSpPr txBox="1">
            <a:spLocks/>
          </p:cNvSpPr>
          <p:nvPr/>
        </p:nvSpPr>
        <p:spPr>
          <a:xfrm>
            <a:off x="11413507" y="6356358"/>
            <a:ext cx="559119" cy="365125"/>
          </a:xfrm>
          <a:prstGeom prst="rect">
            <a:avLst/>
          </a:prstGeom>
        </p:spPr>
        <p:txBody>
          <a:bodyPr/>
          <a:lstStyle>
            <a:defPPr>
              <a:defRPr lang="ru-RU"/>
            </a:defPPr>
            <a:lvl1pPr marL="0" algn="l" defTabSz="91422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110" algn="l" defTabSz="91422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220" algn="l" defTabSz="91422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329" algn="l" defTabSz="91422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439" algn="l" defTabSz="91422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5549" algn="l" defTabSz="91422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2658" algn="l" defTabSz="91422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199765" algn="l" defTabSz="91422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6877" algn="l" defTabSz="91422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52DCC5B9-D646-4B76-891F-6FF4E74E9CB4}" type="slidenum">
              <a:rPr lang="ru-RU" sz="1200" smtClean="0">
                <a:solidFill>
                  <a:schemeClr val="accent5"/>
                </a:solidFill>
              </a:rPr>
              <a:pPr algn="ctr"/>
              <a:t>2</a:t>
            </a:fld>
            <a:endParaRPr lang="ru-RU" sz="1200" dirty="0">
              <a:solidFill>
                <a:schemeClr val="accent5"/>
              </a:solidFill>
            </a:endParaRPr>
          </a:p>
        </p:txBody>
      </p:sp>
      <p:pic>
        <p:nvPicPr>
          <p:cNvPr id="30" name="Рисунок 29">
            <a:extLst>
              <a:ext uri="{FF2B5EF4-FFF2-40B4-BE49-F238E27FC236}">
                <a16:creationId xmlns:a16="http://schemas.microsoft.com/office/drawing/2014/main" id="{67F9EDB5-F8F5-2014-3917-93085B1C4CBC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45" b="997"/>
          <a:stretch>
            <a:fillRect/>
          </a:stretch>
        </p:blipFill>
        <p:spPr>
          <a:xfrm>
            <a:off x="0" y="1"/>
            <a:ext cx="4555783" cy="2983134"/>
          </a:xfrm>
          <a:prstGeom prst="rect">
            <a:avLst/>
          </a:prstGeom>
        </p:spPr>
      </p:pic>
      <p:cxnSp>
        <p:nvCxnSpPr>
          <p:cNvPr id="33" name="Прямая соединительная линия 32">
            <a:extLst>
              <a:ext uri="{FF2B5EF4-FFF2-40B4-BE49-F238E27FC236}">
                <a16:creationId xmlns:a16="http://schemas.microsoft.com/office/drawing/2014/main" id="{A9596B3F-E5BF-B67C-23BE-1BF754473C56}"/>
              </a:ext>
            </a:extLst>
          </p:cNvPr>
          <p:cNvCxnSpPr>
            <a:cxnSpLocks/>
          </p:cNvCxnSpPr>
          <p:nvPr/>
        </p:nvCxnSpPr>
        <p:spPr>
          <a:xfrm>
            <a:off x="5614291" y="4437879"/>
            <a:ext cx="6167880" cy="0"/>
          </a:xfrm>
          <a:prstGeom prst="line">
            <a:avLst/>
          </a:prstGeom>
          <a:ln w="12700">
            <a:solidFill>
              <a:schemeClr val="accent5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3977894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AC977F-019F-1EBC-A1EC-CEAA645B59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Скругленный прямоугольник 55">
            <a:extLst>
              <a:ext uri="{FF2B5EF4-FFF2-40B4-BE49-F238E27FC236}">
                <a16:creationId xmlns:a16="http://schemas.microsoft.com/office/drawing/2014/main" id="{635392F3-78F4-5585-E25E-CDBEA7E9F10C}"/>
              </a:ext>
            </a:extLst>
          </p:cNvPr>
          <p:cNvSpPr/>
          <p:nvPr/>
        </p:nvSpPr>
        <p:spPr>
          <a:xfrm>
            <a:off x="3790682" y="1522006"/>
            <a:ext cx="2192713" cy="4834352"/>
          </a:xfrm>
          <a:prstGeom prst="roundRect">
            <a:avLst>
              <a:gd name="adj" fmla="val 9821"/>
            </a:avLst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accent2"/>
              </a:solidFill>
            </a:endParaRPr>
          </a:p>
        </p:txBody>
      </p:sp>
      <p:sp>
        <p:nvSpPr>
          <p:cNvPr id="59" name="Скругленный прямоугольник 58">
            <a:extLst>
              <a:ext uri="{FF2B5EF4-FFF2-40B4-BE49-F238E27FC236}">
                <a16:creationId xmlns:a16="http://schemas.microsoft.com/office/drawing/2014/main" id="{0F406257-4D6A-D88A-21D7-91882F262CF5}"/>
              </a:ext>
            </a:extLst>
          </p:cNvPr>
          <p:cNvSpPr/>
          <p:nvPr/>
        </p:nvSpPr>
        <p:spPr>
          <a:xfrm>
            <a:off x="6096000" y="1522006"/>
            <a:ext cx="2192713" cy="4834352"/>
          </a:xfrm>
          <a:prstGeom prst="roundRect">
            <a:avLst>
              <a:gd name="adj" fmla="val 9821"/>
            </a:avLst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accent2"/>
              </a:solidFill>
            </a:endParaRPr>
          </a:p>
        </p:txBody>
      </p:sp>
      <p:sp>
        <p:nvSpPr>
          <p:cNvPr id="62" name="Скругленный прямоугольник 61">
            <a:extLst>
              <a:ext uri="{FF2B5EF4-FFF2-40B4-BE49-F238E27FC236}">
                <a16:creationId xmlns:a16="http://schemas.microsoft.com/office/drawing/2014/main" id="{D1FBCE3B-1D71-DB46-9E48-C63F3ADD4968}"/>
              </a:ext>
            </a:extLst>
          </p:cNvPr>
          <p:cNvSpPr/>
          <p:nvPr/>
        </p:nvSpPr>
        <p:spPr>
          <a:xfrm>
            <a:off x="8401319" y="1522006"/>
            <a:ext cx="2192713" cy="4834352"/>
          </a:xfrm>
          <a:prstGeom prst="roundRect">
            <a:avLst>
              <a:gd name="adj" fmla="val 9821"/>
            </a:avLst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accent2"/>
              </a:solidFill>
            </a:endParaRPr>
          </a:p>
        </p:txBody>
      </p:sp>
      <p:sp>
        <p:nvSpPr>
          <p:cNvPr id="17" name="Скругленный прямоугольник 16">
            <a:extLst>
              <a:ext uri="{FF2B5EF4-FFF2-40B4-BE49-F238E27FC236}">
                <a16:creationId xmlns:a16="http://schemas.microsoft.com/office/drawing/2014/main" id="{FC0035EA-559C-020F-D4A8-B4146A26E8E5}"/>
              </a:ext>
            </a:extLst>
          </p:cNvPr>
          <p:cNvSpPr/>
          <p:nvPr/>
        </p:nvSpPr>
        <p:spPr>
          <a:xfrm>
            <a:off x="1485364" y="1522006"/>
            <a:ext cx="2192713" cy="4834352"/>
          </a:xfrm>
          <a:prstGeom prst="roundRect">
            <a:avLst>
              <a:gd name="adj" fmla="val 9821"/>
            </a:avLst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accent2"/>
              </a:solidFill>
            </a:endParaRPr>
          </a:p>
        </p:txBody>
      </p:sp>
      <p:sp>
        <p:nvSpPr>
          <p:cNvPr id="18" name="Номер слайда 17">
            <a:extLst>
              <a:ext uri="{FF2B5EF4-FFF2-40B4-BE49-F238E27FC236}">
                <a16:creationId xmlns:a16="http://schemas.microsoft.com/office/drawing/2014/main" id="{ADFA4405-6EC1-3A52-92A7-2CA2130BB2B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2DCC5B9-D646-4B76-891F-6FF4E74E9CB4}" type="slidenum">
              <a:rPr lang="ru-RU" smtClean="0">
                <a:solidFill>
                  <a:schemeClr val="bg1"/>
                </a:solidFill>
              </a:rPr>
              <a:pPr/>
              <a:t>3</a:t>
            </a:fld>
            <a:endParaRPr lang="ru-RU" dirty="0">
              <a:solidFill>
                <a:schemeClr val="bg1"/>
              </a:solidFill>
            </a:endParaRPr>
          </a:p>
        </p:txBody>
      </p:sp>
      <p:pic>
        <p:nvPicPr>
          <p:cNvPr id="12" name="Рисунок 11">
            <a:extLst>
              <a:ext uri="{FF2B5EF4-FFF2-40B4-BE49-F238E27FC236}">
                <a16:creationId xmlns:a16="http://schemas.microsoft.com/office/drawing/2014/main" id="{EF9F86BA-01BF-6BF8-EADF-AD717821D067}"/>
              </a:ext>
            </a:extLst>
          </p:cNvPr>
          <p:cNvPicPr>
            <a:picLocks noGrp="1" noChangeAspect="1"/>
          </p:cNvPicPr>
          <p:nvPr>
            <p:ph type="pic" sz="quarter" idx="4294967295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2577" b="9946"/>
          <a:stretch>
            <a:fillRect/>
          </a:stretch>
        </p:blipFill>
        <p:spPr>
          <a:xfrm>
            <a:off x="1608335" y="1757186"/>
            <a:ext cx="1943667" cy="2025869"/>
          </a:xfrm>
          <a:prstGeom prst="rect">
            <a:avLst/>
          </a:prstGeom>
        </p:spPr>
      </p:pic>
      <p:sp>
        <p:nvSpPr>
          <p:cNvPr id="9" name="Текст 8">
            <a:extLst>
              <a:ext uri="{FF2B5EF4-FFF2-40B4-BE49-F238E27FC236}">
                <a16:creationId xmlns:a16="http://schemas.microsoft.com/office/drawing/2014/main" id="{8392728C-0D28-63FE-46DB-BBDA5226DAE1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1657648" y="4250028"/>
            <a:ext cx="1894354" cy="1624612"/>
          </a:xfrm>
        </p:spPr>
        <p:txBody>
          <a:bodyPr wrap="square">
            <a:noAutofit/>
          </a:bodyPr>
          <a:lstStyle/>
          <a:p>
            <a:pPr fontAlgn="base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ru-RU" sz="1000" b="1" dirty="0">
                <a:solidFill>
                  <a:schemeClr val="tx1"/>
                </a:solidFill>
              </a:rPr>
              <a:t>Капитан команды</a:t>
            </a:r>
          </a:p>
          <a:p>
            <a:pPr fontAlgn="base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ru-RU" sz="1000" dirty="0">
                <a:solidFill>
                  <a:schemeClr val="tx1"/>
                </a:solidFill>
              </a:rPr>
              <a:t>Tech </a:t>
            </a:r>
            <a:r>
              <a:rPr lang="ru-RU" sz="1000" dirty="0" err="1">
                <a:solidFill>
                  <a:schemeClr val="tx1"/>
                </a:solidFill>
              </a:rPr>
              <a:t>Lead</a:t>
            </a:r>
            <a:endParaRPr lang="ru-RU" sz="1000" dirty="0">
              <a:solidFill>
                <a:schemeClr val="tx1"/>
              </a:solidFill>
            </a:endParaRPr>
          </a:p>
          <a:p>
            <a:pPr fontAlgn="base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ru-RU" sz="1000" dirty="0" err="1">
                <a:solidFill>
                  <a:schemeClr val="tx1"/>
                </a:solidFill>
              </a:rPr>
              <a:t>Fullstack</a:t>
            </a:r>
            <a:r>
              <a:rPr lang="ru-RU" sz="1000" dirty="0">
                <a:solidFill>
                  <a:schemeClr val="tx1"/>
                </a:solidFill>
              </a:rPr>
              <a:t> </a:t>
            </a:r>
            <a:r>
              <a:rPr lang="en-US" sz="1000" dirty="0">
                <a:solidFill>
                  <a:schemeClr val="tx1"/>
                </a:solidFill>
              </a:rPr>
              <a:t>Developer</a:t>
            </a:r>
          </a:p>
          <a:p>
            <a:pPr fontAlgn="base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ru-RU" sz="1000" dirty="0">
                <a:solidFill>
                  <a:schemeClr val="tx1"/>
                </a:solidFill>
              </a:rPr>
              <a:t>МГТУ им. Н.Э. Баумана, Москва</a:t>
            </a:r>
          </a:p>
          <a:p>
            <a:pPr marL="0" indent="0" fontAlgn="base">
              <a:spcBef>
                <a:spcPts val="600"/>
              </a:spcBef>
              <a:buNone/>
            </a:pPr>
            <a:endParaRPr lang="ru-RU" sz="200" dirty="0">
              <a:solidFill>
                <a:schemeClr val="tx1"/>
              </a:solidFill>
            </a:endParaRPr>
          </a:p>
          <a:p>
            <a:pPr fontAlgn="base"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ru-RU" sz="1000" dirty="0">
                <a:solidFill>
                  <a:schemeClr val="tx1"/>
                </a:solidFill>
              </a:rPr>
              <a:t>@dimax909</a:t>
            </a:r>
          </a:p>
          <a:p>
            <a:pPr marL="0" indent="0" fontAlgn="base">
              <a:spcBef>
                <a:spcPts val="0"/>
              </a:spcBef>
              <a:buNone/>
            </a:pPr>
            <a:endParaRPr lang="ru-RU" sz="200" dirty="0">
              <a:solidFill>
                <a:schemeClr val="tx1"/>
              </a:solidFill>
            </a:endParaRPr>
          </a:p>
          <a:p>
            <a:pPr fontAlgn="base"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ru-RU" sz="1000" dirty="0">
                <a:solidFill>
                  <a:schemeClr val="tx1"/>
                </a:solidFill>
              </a:rPr>
              <a:t>+7 999 818-32-10</a:t>
            </a:r>
            <a:endParaRPr lang="en-US" sz="1000" dirty="0">
              <a:solidFill>
                <a:schemeClr val="tx1"/>
              </a:solidFill>
            </a:endParaRPr>
          </a:p>
          <a:p>
            <a:pPr marL="0" indent="0" fontAlgn="base">
              <a:spcBef>
                <a:spcPts val="0"/>
              </a:spcBef>
              <a:buNone/>
            </a:pPr>
            <a:endParaRPr lang="ru-RU" sz="1000" dirty="0">
              <a:solidFill>
                <a:schemeClr val="tx1"/>
              </a:solidFill>
            </a:endParaRPr>
          </a:p>
        </p:txBody>
      </p:sp>
      <p:sp>
        <p:nvSpPr>
          <p:cNvPr id="15" name="Текст 8">
            <a:extLst>
              <a:ext uri="{FF2B5EF4-FFF2-40B4-BE49-F238E27FC236}">
                <a16:creationId xmlns:a16="http://schemas.microsoft.com/office/drawing/2014/main" id="{34A1767C-75B2-E3D4-5057-DD85E6AB1440}"/>
              </a:ext>
            </a:extLst>
          </p:cNvPr>
          <p:cNvSpPr txBox="1">
            <a:spLocks/>
          </p:cNvSpPr>
          <p:nvPr/>
        </p:nvSpPr>
        <p:spPr>
          <a:xfrm>
            <a:off x="518359" y="3622118"/>
            <a:ext cx="1722566" cy="627910"/>
          </a:xfrm>
          <a:prstGeom prst="rect">
            <a:avLst/>
          </a:prstGeom>
          <a:ln>
            <a:noFill/>
          </a:ln>
        </p:spPr>
        <p:txBody>
          <a:bodyPr vert="horz" wrap="square" lIns="91440" tIns="45720" rIns="91440" bIns="45720" rtlCol="0">
            <a:normAutofit/>
          </a:bodyPr>
          <a:lstStyle>
            <a:lvl1pPr marL="144688" indent="-144688" algn="l" defTabSz="578755" rtl="0" eaLnBrk="1" latinLnBrk="0" hangingPunct="1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 pitchFamily="2" charset="2"/>
              <a:buChar char="§"/>
              <a:defRPr sz="1400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271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9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6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/>
          </a:p>
        </p:txBody>
      </p:sp>
      <p:sp>
        <p:nvSpPr>
          <p:cNvPr id="10" name="Текст 4">
            <a:extLst>
              <a:ext uri="{FF2B5EF4-FFF2-40B4-BE49-F238E27FC236}">
                <a16:creationId xmlns:a16="http://schemas.microsoft.com/office/drawing/2014/main" id="{265EB030-61D8-64F2-7F98-0F23028D848B}"/>
              </a:ext>
            </a:extLst>
          </p:cNvPr>
          <p:cNvSpPr txBox="1">
            <a:spLocks/>
          </p:cNvSpPr>
          <p:nvPr/>
        </p:nvSpPr>
        <p:spPr>
          <a:xfrm>
            <a:off x="179756" y="324562"/>
            <a:ext cx="3952656" cy="620919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144688" indent="-144688" algn="l" defTabSz="578755" rtl="0" eaLnBrk="1" latinLnBrk="0" hangingPunct="1">
              <a:lnSpc>
                <a:spcPct val="90000"/>
              </a:lnSpc>
              <a:spcBef>
                <a:spcPts val="631"/>
              </a:spcBef>
              <a:buFont typeface="Arial" panose="020B0604020202020204" pitchFamily="34" charset="0"/>
              <a:buChar char="•"/>
              <a:defRPr sz="1452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271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9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6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indent="0" algn="ctr">
              <a:buNone/>
            </a:pPr>
            <a:r>
              <a:rPr lang="ru-RU" b="1" dirty="0">
                <a:solidFill>
                  <a:srgbClr val="FFFFFF"/>
                </a:solidFill>
              </a:rPr>
              <a:t>Команда - </a:t>
            </a:r>
            <a:r>
              <a:rPr lang="en-US" b="1" dirty="0">
                <a:solidFill>
                  <a:srgbClr val="FFFFFF"/>
                </a:solidFill>
              </a:rPr>
              <a:t>YAKUBO DIGITAL</a:t>
            </a:r>
            <a:endParaRPr lang="ru-RU" b="1" dirty="0"/>
          </a:p>
        </p:txBody>
      </p:sp>
      <p:sp>
        <p:nvSpPr>
          <p:cNvPr id="8" name="Скругленный прямоугольник 7">
            <a:extLst>
              <a:ext uri="{FF2B5EF4-FFF2-40B4-BE49-F238E27FC236}">
                <a16:creationId xmlns:a16="http://schemas.microsoft.com/office/drawing/2014/main" id="{FCBA19DE-D745-E427-3A17-54682A36B5AB}"/>
              </a:ext>
            </a:extLst>
          </p:cNvPr>
          <p:cNvSpPr/>
          <p:nvPr/>
        </p:nvSpPr>
        <p:spPr>
          <a:xfrm>
            <a:off x="264597" y="324562"/>
            <a:ext cx="3952656" cy="620919"/>
          </a:xfrm>
          <a:prstGeom prst="roundRect">
            <a:avLst>
              <a:gd name="adj" fmla="val 18706"/>
            </a:avLst>
          </a:prstGeom>
          <a:solidFill>
            <a:schemeClr val="accent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accent2"/>
              </a:solidFill>
            </a:endParaRPr>
          </a:p>
        </p:txBody>
      </p:sp>
      <p:sp>
        <p:nvSpPr>
          <p:cNvPr id="14" name="Скругленный прямоугольник 13">
            <a:extLst>
              <a:ext uri="{FF2B5EF4-FFF2-40B4-BE49-F238E27FC236}">
                <a16:creationId xmlns:a16="http://schemas.microsoft.com/office/drawing/2014/main" id="{68F4FBFF-0342-B81D-F648-5E38B7DD403F}"/>
              </a:ext>
            </a:extLst>
          </p:cNvPr>
          <p:cNvSpPr/>
          <p:nvPr/>
        </p:nvSpPr>
        <p:spPr>
          <a:xfrm>
            <a:off x="1575674" y="3362764"/>
            <a:ext cx="2043219" cy="620919"/>
          </a:xfrm>
          <a:prstGeom prst="roundRect">
            <a:avLst>
              <a:gd name="adj" fmla="val 18706"/>
            </a:avLst>
          </a:prstGeom>
          <a:solidFill>
            <a:schemeClr val="accent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accent2"/>
              </a:solidFill>
            </a:endParaRPr>
          </a:p>
        </p:txBody>
      </p:sp>
      <p:sp>
        <p:nvSpPr>
          <p:cNvPr id="58" name="Текст 8">
            <a:extLst>
              <a:ext uri="{FF2B5EF4-FFF2-40B4-BE49-F238E27FC236}">
                <a16:creationId xmlns:a16="http://schemas.microsoft.com/office/drawing/2014/main" id="{8D1E397B-73F6-7777-9CD1-12E43986247F}"/>
              </a:ext>
            </a:extLst>
          </p:cNvPr>
          <p:cNvSpPr txBox="1">
            <a:spLocks/>
          </p:cNvSpPr>
          <p:nvPr/>
        </p:nvSpPr>
        <p:spPr>
          <a:xfrm>
            <a:off x="1557698" y="3429000"/>
            <a:ext cx="2047667" cy="620919"/>
          </a:xfrm>
          <a:prstGeom prst="rect">
            <a:avLst/>
          </a:prstGeom>
          <a:ln>
            <a:noFill/>
          </a:ln>
        </p:spPr>
        <p:txBody>
          <a:bodyPr vert="horz" wrap="square" lIns="91440" tIns="45720" rIns="91440" bIns="45720" rtlCol="0">
            <a:normAutofit fontScale="85000" lnSpcReduction="10000"/>
          </a:bodyPr>
          <a:lstStyle>
            <a:lvl1pPr marL="144688" indent="-144688" algn="l" defTabSz="578755" rtl="0" eaLnBrk="1" latinLnBrk="0" hangingPunct="1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 pitchFamily="2" charset="2"/>
              <a:buChar char="§"/>
              <a:defRPr sz="1400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271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9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6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ru-RU" sz="1600" b="1" dirty="0">
                <a:solidFill>
                  <a:schemeClr val="tx1"/>
                </a:solidFill>
              </a:rPr>
              <a:t>Якубовский</a:t>
            </a:r>
          </a:p>
          <a:p>
            <a:pPr marL="0" indent="0" algn="ctr">
              <a:buNone/>
            </a:pPr>
            <a:r>
              <a:rPr sz="1500" b="1" dirty="0" err="1">
                <a:solidFill>
                  <a:schemeClr val="tx1"/>
                </a:solidFill>
              </a:rPr>
              <a:t>Дмитрий</a:t>
            </a:r>
            <a:r>
              <a:rPr sz="1500" b="1" dirty="0">
                <a:solidFill>
                  <a:schemeClr val="tx1"/>
                </a:solidFill>
              </a:rPr>
              <a:t> </a:t>
            </a:r>
            <a:r>
              <a:rPr sz="1500" b="1" dirty="0" err="1">
                <a:solidFill>
                  <a:schemeClr val="tx1"/>
                </a:solidFill>
              </a:rPr>
              <a:t>Сергеевич</a:t>
            </a:r>
            <a:endParaRPr sz="1500" b="1" dirty="0">
              <a:solidFill>
                <a:schemeClr val="tx1"/>
              </a:solidFill>
            </a:endParaRPr>
          </a:p>
        </p:txBody>
      </p:sp>
      <p:pic>
        <p:nvPicPr>
          <p:cNvPr id="22" name="Рисунок 21">
            <a:extLst>
              <a:ext uri="{FF2B5EF4-FFF2-40B4-BE49-F238E27FC236}">
                <a16:creationId xmlns:a16="http://schemas.microsoft.com/office/drawing/2014/main" id="{22929B33-A586-BC0E-EDA4-A657B386627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200" r="3200"/>
          <a:stretch/>
        </p:blipFill>
        <p:spPr>
          <a:xfrm>
            <a:off x="4039159" y="1848379"/>
            <a:ext cx="1722438" cy="1795284"/>
          </a:xfrm>
          <a:prstGeom prst="rect">
            <a:avLst/>
          </a:prstGeom>
        </p:spPr>
      </p:pic>
      <p:sp>
        <p:nvSpPr>
          <p:cNvPr id="23" name="Текст 8">
            <a:extLst>
              <a:ext uri="{FF2B5EF4-FFF2-40B4-BE49-F238E27FC236}">
                <a16:creationId xmlns:a16="http://schemas.microsoft.com/office/drawing/2014/main" id="{0E951D45-9E9A-1C20-54CF-B8AEC72545F2}"/>
              </a:ext>
            </a:extLst>
          </p:cNvPr>
          <p:cNvSpPr txBox="1">
            <a:spLocks/>
          </p:cNvSpPr>
          <p:nvPr/>
        </p:nvSpPr>
        <p:spPr>
          <a:xfrm>
            <a:off x="3968952" y="4266065"/>
            <a:ext cx="1894354" cy="1624612"/>
          </a:xfrm>
          <a:prstGeom prst="rect">
            <a:avLst/>
          </a:prstGeom>
          <a:ln>
            <a:noFill/>
          </a:ln>
        </p:spPr>
        <p:txBody>
          <a:bodyPr vert="horz" wrap="square" lIns="91440" tIns="45720" rIns="91440" bIns="45720" rtlCol="0">
            <a:normAutofit/>
          </a:bodyPr>
          <a:lstStyle>
            <a:lvl1pPr marL="144688" indent="-144688" algn="l" defTabSz="578755" rtl="0" eaLnBrk="1" latinLnBrk="0" hangingPunct="1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 pitchFamily="2" charset="2"/>
              <a:buChar char="§"/>
              <a:defRPr sz="1400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271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9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6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base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ru-RU" sz="1000" b="1" dirty="0" err="1">
                <a:solidFill>
                  <a:schemeClr val="tx1"/>
                </a:solidFill>
              </a:rPr>
              <a:t>Fullstack</a:t>
            </a:r>
            <a:r>
              <a:rPr lang="ru-RU" sz="1000" b="1" dirty="0">
                <a:solidFill>
                  <a:schemeClr val="tx1"/>
                </a:solidFill>
              </a:rPr>
              <a:t> </a:t>
            </a:r>
            <a:r>
              <a:rPr lang="en-US" sz="1000" b="1" dirty="0">
                <a:solidFill>
                  <a:schemeClr val="tx1"/>
                </a:solidFill>
              </a:rPr>
              <a:t>Developer</a:t>
            </a:r>
            <a:endParaRPr lang="ru-RU" sz="1000" b="1" dirty="0">
              <a:solidFill>
                <a:schemeClr val="tx1"/>
              </a:solidFill>
            </a:endParaRPr>
          </a:p>
          <a:p>
            <a:pPr fontAlgn="base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000" dirty="0">
                <a:solidFill>
                  <a:schemeClr val="tx1"/>
                </a:solidFill>
              </a:rPr>
              <a:t>System Architect</a:t>
            </a:r>
          </a:p>
          <a:p>
            <a:pPr fontAlgn="base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ru-RU" sz="1000" dirty="0">
                <a:solidFill>
                  <a:schemeClr val="tx1"/>
                </a:solidFill>
              </a:rPr>
              <a:t>Московский инновационный университет, Москва</a:t>
            </a:r>
          </a:p>
          <a:p>
            <a:pPr marL="0" indent="0" fontAlgn="base">
              <a:spcBef>
                <a:spcPts val="600"/>
              </a:spcBef>
              <a:buNone/>
            </a:pPr>
            <a:endParaRPr lang="ru-RU" sz="400" dirty="0">
              <a:solidFill>
                <a:schemeClr val="tx1"/>
              </a:solidFill>
            </a:endParaRPr>
          </a:p>
          <a:p>
            <a:pPr fontAlgn="base"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ru-RU" sz="1000" dirty="0">
                <a:solidFill>
                  <a:schemeClr val="tx1"/>
                </a:solidFill>
              </a:rPr>
              <a:t>@</a:t>
            </a:r>
            <a:r>
              <a:rPr lang="en-US" sz="1000" dirty="0" err="1">
                <a:solidFill>
                  <a:schemeClr val="tx1"/>
                </a:solidFill>
              </a:rPr>
              <a:t>ricardosql</a:t>
            </a:r>
            <a:endParaRPr lang="en-US" sz="1000" dirty="0">
              <a:solidFill>
                <a:schemeClr val="tx1"/>
              </a:solidFill>
            </a:endParaRPr>
          </a:p>
          <a:p>
            <a:pPr marL="0" indent="0" fontAlgn="base">
              <a:spcBef>
                <a:spcPts val="0"/>
              </a:spcBef>
              <a:buFont typeface="Wingdings" pitchFamily="2" charset="2"/>
              <a:buNone/>
            </a:pPr>
            <a:endParaRPr lang="ru-RU" sz="200" dirty="0">
              <a:solidFill>
                <a:schemeClr val="tx1"/>
              </a:solidFill>
            </a:endParaRPr>
          </a:p>
          <a:p>
            <a:pPr fontAlgn="base"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ru-RU" sz="1000" dirty="0">
                <a:solidFill>
                  <a:schemeClr val="tx1"/>
                </a:solidFill>
              </a:rPr>
              <a:t>+7 999 </a:t>
            </a:r>
            <a:r>
              <a:rPr lang="en-US" sz="1000" dirty="0">
                <a:solidFill>
                  <a:schemeClr val="tx1"/>
                </a:solidFill>
              </a:rPr>
              <a:t>839</a:t>
            </a:r>
            <a:r>
              <a:rPr lang="ru-RU" sz="1000" dirty="0">
                <a:solidFill>
                  <a:schemeClr val="tx1"/>
                </a:solidFill>
              </a:rPr>
              <a:t>-</a:t>
            </a:r>
            <a:r>
              <a:rPr lang="en-US" sz="1000" dirty="0">
                <a:solidFill>
                  <a:schemeClr val="tx1"/>
                </a:solidFill>
              </a:rPr>
              <a:t>8</a:t>
            </a:r>
            <a:r>
              <a:rPr lang="ru-RU" sz="1000" dirty="0">
                <a:solidFill>
                  <a:schemeClr val="tx1"/>
                </a:solidFill>
              </a:rPr>
              <a:t>2-</a:t>
            </a:r>
            <a:r>
              <a:rPr lang="en-US" sz="1000" dirty="0">
                <a:solidFill>
                  <a:schemeClr val="tx1"/>
                </a:solidFill>
              </a:rPr>
              <a:t>7</a:t>
            </a:r>
            <a:r>
              <a:rPr lang="ru-RU" sz="1000" dirty="0">
                <a:solidFill>
                  <a:schemeClr val="tx1"/>
                </a:solidFill>
              </a:rPr>
              <a:t>0</a:t>
            </a:r>
            <a:endParaRPr lang="en-US" sz="1000" dirty="0">
              <a:solidFill>
                <a:schemeClr val="tx1"/>
              </a:solidFill>
            </a:endParaRPr>
          </a:p>
          <a:p>
            <a:pPr marL="0" indent="0" fontAlgn="base">
              <a:spcBef>
                <a:spcPts val="0"/>
              </a:spcBef>
              <a:buFont typeface="Wingdings" pitchFamily="2" charset="2"/>
              <a:buNone/>
            </a:pPr>
            <a:endParaRPr lang="ru-RU" sz="1000" dirty="0">
              <a:solidFill>
                <a:schemeClr val="tx1"/>
              </a:solidFill>
            </a:endParaRPr>
          </a:p>
        </p:txBody>
      </p:sp>
      <p:sp>
        <p:nvSpPr>
          <p:cNvPr id="24" name="Скругленный прямоугольник 23">
            <a:extLst>
              <a:ext uri="{FF2B5EF4-FFF2-40B4-BE49-F238E27FC236}">
                <a16:creationId xmlns:a16="http://schemas.microsoft.com/office/drawing/2014/main" id="{69FD4CD7-56A7-5D33-800D-30B4E29BBDD1}"/>
              </a:ext>
            </a:extLst>
          </p:cNvPr>
          <p:cNvSpPr/>
          <p:nvPr/>
        </p:nvSpPr>
        <p:spPr>
          <a:xfrm>
            <a:off x="3894520" y="3362764"/>
            <a:ext cx="2043219" cy="620919"/>
          </a:xfrm>
          <a:prstGeom prst="roundRect">
            <a:avLst>
              <a:gd name="adj" fmla="val 18706"/>
            </a:avLst>
          </a:prstGeom>
          <a:solidFill>
            <a:schemeClr val="accent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accent2"/>
              </a:solidFill>
            </a:endParaRPr>
          </a:p>
        </p:txBody>
      </p:sp>
      <p:sp>
        <p:nvSpPr>
          <p:cNvPr id="25" name="Текст 8">
            <a:extLst>
              <a:ext uri="{FF2B5EF4-FFF2-40B4-BE49-F238E27FC236}">
                <a16:creationId xmlns:a16="http://schemas.microsoft.com/office/drawing/2014/main" id="{A1846848-1E4A-BA7A-8FE6-31DD05B79339}"/>
              </a:ext>
            </a:extLst>
          </p:cNvPr>
          <p:cNvSpPr txBox="1">
            <a:spLocks/>
          </p:cNvSpPr>
          <p:nvPr/>
        </p:nvSpPr>
        <p:spPr>
          <a:xfrm>
            <a:off x="3876544" y="3429000"/>
            <a:ext cx="2047667" cy="620919"/>
          </a:xfrm>
          <a:prstGeom prst="rect">
            <a:avLst/>
          </a:prstGeom>
          <a:ln>
            <a:noFill/>
          </a:ln>
        </p:spPr>
        <p:txBody>
          <a:bodyPr vert="horz" wrap="square" lIns="91440" tIns="45720" rIns="91440" bIns="45720" rtlCol="0">
            <a:normAutofit fontScale="85000" lnSpcReduction="10000"/>
          </a:bodyPr>
          <a:lstStyle>
            <a:lvl1pPr marL="144688" indent="-144688" algn="l" defTabSz="578755" rtl="0" eaLnBrk="1" latinLnBrk="0" hangingPunct="1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 pitchFamily="2" charset="2"/>
              <a:buChar char="§"/>
              <a:defRPr sz="1400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271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9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6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ru-RU" sz="1600" b="1" dirty="0">
                <a:solidFill>
                  <a:schemeClr val="tx1"/>
                </a:solidFill>
              </a:rPr>
              <a:t>Скворцов</a:t>
            </a:r>
          </a:p>
          <a:p>
            <a:pPr marL="0" indent="0" algn="ctr">
              <a:buNone/>
            </a:pPr>
            <a:r>
              <a:rPr lang="ru-RU" sz="1500" b="1" dirty="0">
                <a:solidFill>
                  <a:schemeClr val="tx1"/>
                </a:solidFill>
              </a:rPr>
              <a:t>Павел Дмитриевич</a:t>
            </a:r>
            <a:endParaRPr sz="1500" b="1" dirty="0">
              <a:solidFill>
                <a:schemeClr val="tx1"/>
              </a:solidFill>
            </a:endParaRPr>
          </a:p>
        </p:txBody>
      </p:sp>
      <p:pic>
        <p:nvPicPr>
          <p:cNvPr id="26" name="Рисунок 25">
            <a:extLst>
              <a:ext uri="{FF2B5EF4-FFF2-40B4-BE49-F238E27FC236}">
                <a16:creationId xmlns:a16="http://schemas.microsoft.com/office/drawing/2014/main" id="{9F25E057-75A4-5E04-B034-5752D7C1419B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29" r="2029"/>
          <a:stretch/>
        </p:blipFill>
        <p:spPr>
          <a:xfrm>
            <a:off x="6327026" y="1885890"/>
            <a:ext cx="1722438" cy="1795284"/>
          </a:xfrm>
          <a:prstGeom prst="rect">
            <a:avLst/>
          </a:prstGeom>
        </p:spPr>
      </p:pic>
      <p:sp>
        <p:nvSpPr>
          <p:cNvPr id="27" name="Текст 8">
            <a:extLst>
              <a:ext uri="{FF2B5EF4-FFF2-40B4-BE49-F238E27FC236}">
                <a16:creationId xmlns:a16="http://schemas.microsoft.com/office/drawing/2014/main" id="{811C9B0D-FBFB-C008-1753-DF5FB1F189D9}"/>
              </a:ext>
            </a:extLst>
          </p:cNvPr>
          <p:cNvSpPr txBox="1">
            <a:spLocks/>
          </p:cNvSpPr>
          <p:nvPr/>
        </p:nvSpPr>
        <p:spPr>
          <a:xfrm>
            <a:off x="6248823" y="4250028"/>
            <a:ext cx="1894354" cy="1624612"/>
          </a:xfrm>
          <a:prstGeom prst="rect">
            <a:avLst/>
          </a:prstGeom>
          <a:ln>
            <a:noFill/>
          </a:ln>
        </p:spPr>
        <p:txBody>
          <a:bodyPr vert="horz" wrap="square" lIns="91440" tIns="45720" rIns="91440" bIns="45720" rtlCol="0">
            <a:normAutofit/>
          </a:bodyPr>
          <a:lstStyle>
            <a:lvl1pPr marL="144688" indent="-144688" algn="l" defTabSz="578755" rtl="0" eaLnBrk="1" latinLnBrk="0" hangingPunct="1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 pitchFamily="2" charset="2"/>
              <a:buChar char="§"/>
              <a:defRPr sz="1400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271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9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6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base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000" b="1" dirty="0">
                <a:solidFill>
                  <a:schemeClr val="tx1"/>
                </a:solidFill>
              </a:rPr>
              <a:t>Information Security </a:t>
            </a:r>
            <a:r>
              <a:rPr lang="en-US" sz="1000" b="1" dirty="0" err="1">
                <a:solidFill>
                  <a:schemeClr val="tx1"/>
                </a:solidFill>
              </a:rPr>
              <a:t>Engeneer</a:t>
            </a:r>
            <a:endParaRPr lang="en-US" sz="1000" b="1" dirty="0">
              <a:solidFill>
                <a:schemeClr val="tx1"/>
              </a:solidFill>
            </a:endParaRPr>
          </a:p>
          <a:p>
            <a:pPr fontAlgn="base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000" dirty="0">
                <a:solidFill>
                  <a:schemeClr val="tx1"/>
                </a:solidFill>
              </a:rPr>
              <a:t>Data Analyst</a:t>
            </a:r>
          </a:p>
          <a:p>
            <a:pPr fontAlgn="base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ru-RU" sz="1000" dirty="0">
                <a:solidFill>
                  <a:schemeClr val="tx1"/>
                </a:solidFill>
              </a:rPr>
              <a:t>МГТУ им. Н.Э. Баумана, Москва</a:t>
            </a:r>
          </a:p>
          <a:p>
            <a:pPr marL="0" indent="0" fontAlgn="base">
              <a:spcBef>
                <a:spcPts val="600"/>
              </a:spcBef>
              <a:buNone/>
            </a:pPr>
            <a:endParaRPr lang="ru-RU" sz="400" dirty="0">
              <a:solidFill>
                <a:schemeClr val="tx1"/>
              </a:solidFill>
            </a:endParaRPr>
          </a:p>
          <a:p>
            <a:pPr fontAlgn="base"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ru-RU" sz="1000" dirty="0">
                <a:solidFill>
                  <a:schemeClr val="tx1"/>
                </a:solidFill>
              </a:rPr>
              <a:t>@</a:t>
            </a:r>
            <a:r>
              <a:rPr lang="en" sz="1000" dirty="0" err="1">
                <a:solidFill>
                  <a:schemeClr val="tx1"/>
                </a:solidFill>
              </a:rPr>
              <a:t>blockedbyrules</a:t>
            </a:r>
            <a:endParaRPr lang="en-US" sz="1000" dirty="0">
              <a:solidFill>
                <a:schemeClr val="tx1"/>
              </a:solidFill>
            </a:endParaRPr>
          </a:p>
          <a:p>
            <a:pPr marL="0" indent="0" fontAlgn="base">
              <a:spcBef>
                <a:spcPts val="0"/>
              </a:spcBef>
              <a:buFont typeface="Wingdings" pitchFamily="2" charset="2"/>
              <a:buNone/>
            </a:pPr>
            <a:endParaRPr lang="ru-RU" sz="200" dirty="0">
              <a:solidFill>
                <a:schemeClr val="tx1"/>
              </a:solidFill>
            </a:endParaRPr>
          </a:p>
          <a:p>
            <a:pPr fontAlgn="base"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ru-RU" sz="1000" dirty="0">
                <a:solidFill>
                  <a:schemeClr val="tx1"/>
                </a:solidFill>
              </a:rPr>
              <a:t>+7 </a:t>
            </a:r>
            <a:r>
              <a:rPr lang="en-US" sz="1000" dirty="0">
                <a:solidFill>
                  <a:schemeClr val="tx1"/>
                </a:solidFill>
              </a:rPr>
              <a:t>916</a:t>
            </a:r>
            <a:r>
              <a:rPr lang="ru-RU" sz="1000" dirty="0">
                <a:solidFill>
                  <a:schemeClr val="tx1"/>
                </a:solidFill>
              </a:rPr>
              <a:t> </a:t>
            </a:r>
            <a:r>
              <a:rPr lang="en-US" sz="1000" dirty="0">
                <a:solidFill>
                  <a:schemeClr val="tx1"/>
                </a:solidFill>
              </a:rPr>
              <a:t>938</a:t>
            </a:r>
            <a:r>
              <a:rPr lang="ru-RU" sz="1000" dirty="0">
                <a:solidFill>
                  <a:schemeClr val="tx1"/>
                </a:solidFill>
              </a:rPr>
              <a:t>-</a:t>
            </a:r>
            <a:r>
              <a:rPr lang="en-US" sz="1000" dirty="0">
                <a:solidFill>
                  <a:schemeClr val="tx1"/>
                </a:solidFill>
              </a:rPr>
              <a:t>41</a:t>
            </a:r>
            <a:r>
              <a:rPr lang="ru-RU" sz="1000" dirty="0">
                <a:solidFill>
                  <a:schemeClr val="tx1"/>
                </a:solidFill>
              </a:rPr>
              <a:t>-</a:t>
            </a:r>
            <a:r>
              <a:rPr lang="en-US" sz="1000" dirty="0">
                <a:solidFill>
                  <a:schemeClr val="tx1"/>
                </a:solidFill>
              </a:rPr>
              <a:t>87</a:t>
            </a:r>
          </a:p>
          <a:p>
            <a:pPr marL="0" indent="0" fontAlgn="base">
              <a:spcBef>
                <a:spcPts val="0"/>
              </a:spcBef>
              <a:buFont typeface="Wingdings" pitchFamily="2" charset="2"/>
              <a:buNone/>
            </a:pPr>
            <a:endParaRPr lang="ru-RU" sz="1000" dirty="0">
              <a:solidFill>
                <a:schemeClr val="tx1"/>
              </a:solidFill>
            </a:endParaRPr>
          </a:p>
        </p:txBody>
      </p:sp>
      <p:sp>
        <p:nvSpPr>
          <p:cNvPr id="28" name="Скругленный прямоугольник 27">
            <a:extLst>
              <a:ext uri="{FF2B5EF4-FFF2-40B4-BE49-F238E27FC236}">
                <a16:creationId xmlns:a16="http://schemas.microsoft.com/office/drawing/2014/main" id="{54EF08C2-008D-124C-9D08-8AF1E99EBA95}"/>
              </a:ext>
            </a:extLst>
          </p:cNvPr>
          <p:cNvSpPr/>
          <p:nvPr/>
        </p:nvSpPr>
        <p:spPr>
          <a:xfrm>
            <a:off x="6166849" y="3362764"/>
            <a:ext cx="2043219" cy="620919"/>
          </a:xfrm>
          <a:prstGeom prst="roundRect">
            <a:avLst>
              <a:gd name="adj" fmla="val 18706"/>
            </a:avLst>
          </a:prstGeom>
          <a:solidFill>
            <a:schemeClr val="accent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accent2"/>
              </a:solidFill>
            </a:endParaRPr>
          </a:p>
        </p:txBody>
      </p:sp>
      <p:sp>
        <p:nvSpPr>
          <p:cNvPr id="29" name="Текст 8">
            <a:extLst>
              <a:ext uri="{FF2B5EF4-FFF2-40B4-BE49-F238E27FC236}">
                <a16:creationId xmlns:a16="http://schemas.microsoft.com/office/drawing/2014/main" id="{BA2BFE97-92B3-DF0A-10F5-DC5729631AA4}"/>
              </a:ext>
            </a:extLst>
          </p:cNvPr>
          <p:cNvSpPr txBox="1">
            <a:spLocks/>
          </p:cNvSpPr>
          <p:nvPr/>
        </p:nvSpPr>
        <p:spPr>
          <a:xfrm>
            <a:off x="6148873" y="3429000"/>
            <a:ext cx="2047667" cy="620919"/>
          </a:xfrm>
          <a:prstGeom prst="rect">
            <a:avLst/>
          </a:prstGeom>
          <a:ln>
            <a:noFill/>
          </a:ln>
        </p:spPr>
        <p:txBody>
          <a:bodyPr vert="horz" wrap="square" lIns="91440" tIns="45720" rIns="91440" bIns="45720" rtlCol="0">
            <a:noAutofit/>
          </a:bodyPr>
          <a:lstStyle>
            <a:lvl1pPr marL="144688" indent="-144688" algn="l" defTabSz="578755" rtl="0" eaLnBrk="1" latinLnBrk="0" hangingPunct="1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 pitchFamily="2" charset="2"/>
              <a:buChar char="§"/>
              <a:defRPr sz="1400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271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9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6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ru-RU" sz="1300" b="1" dirty="0">
                <a:solidFill>
                  <a:schemeClr val="tx1"/>
                </a:solidFill>
              </a:rPr>
              <a:t>Бирюков </a:t>
            </a:r>
            <a:br>
              <a:rPr lang="ru-RU" sz="1300" b="1" dirty="0">
                <a:solidFill>
                  <a:schemeClr val="tx1"/>
                </a:solidFill>
              </a:rPr>
            </a:br>
            <a:r>
              <a:rPr lang="ru-RU" sz="1000" b="1" dirty="0">
                <a:solidFill>
                  <a:schemeClr val="tx1"/>
                </a:solidFill>
              </a:rPr>
              <a:t>Григорий Александрович</a:t>
            </a:r>
            <a:endParaRPr sz="1000" b="1" dirty="0">
              <a:solidFill>
                <a:schemeClr val="tx1"/>
              </a:solidFill>
            </a:endParaRPr>
          </a:p>
        </p:txBody>
      </p:sp>
      <p:pic>
        <p:nvPicPr>
          <p:cNvPr id="30" name="Рисунок 29">
            <a:extLst>
              <a:ext uri="{FF2B5EF4-FFF2-40B4-BE49-F238E27FC236}">
                <a16:creationId xmlns:a16="http://schemas.microsoft.com/office/drawing/2014/main" id="{E1706AE9-605C-EE38-2745-E7AEB280C078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279" r="5279"/>
          <a:stretch/>
        </p:blipFill>
        <p:spPr>
          <a:xfrm>
            <a:off x="8519739" y="1941447"/>
            <a:ext cx="1936484" cy="2018383"/>
          </a:xfrm>
          <a:prstGeom prst="rect">
            <a:avLst/>
          </a:prstGeom>
        </p:spPr>
      </p:pic>
      <p:sp>
        <p:nvSpPr>
          <p:cNvPr id="31" name="Текст 8">
            <a:extLst>
              <a:ext uri="{FF2B5EF4-FFF2-40B4-BE49-F238E27FC236}">
                <a16:creationId xmlns:a16="http://schemas.microsoft.com/office/drawing/2014/main" id="{ADF452E6-0266-71BE-E9EF-C2AB20B1F0BC}"/>
              </a:ext>
            </a:extLst>
          </p:cNvPr>
          <p:cNvSpPr txBox="1">
            <a:spLocks/>
          </p:cNvSpPr>
          <p:nvPr/>
        </p:nvSpPr>
        <p:spPr>
          <a:xfrm>
            <a:off x="8568239" y="4250028"/>
            <a:ext cx="1894354" cy="1624612"/>
          </a:xfrm>
          <a:prstGeom prst="rect">
            <a:avLst/>
          </a:prstGeom>
          <a:ln>
            <a:noFill/>
          </a:ln>
        </p:spPr>
        <p:txBody>
          <a:bodyPr vert="horz" wrap="square" lIns="91440" tIns="45720" rIns="91440" bIns="45720" rtlCol="0">
            <a:normAutofit/>
          </a:bodyPr>
          <a:lstStyle>
            <a:lvl1pPr marL="144688" indent="-144688" algn="l" defTabSz="578755" rtl="0" eaLnBrk="1" latinLnBrk="0" hangingPunct="1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 pitchFamily="2" charset="2"/>
              <a:buChar char="§"/>
              <a:defRPr sz="1400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271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9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6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base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ru-RU" sz="1000" b="1" dirty="0">
                <a:solidFill>
                  <a:schemeClr val="tx1"/>
                </a:solidFill>
              </a:rPr>
              <a:t>Financial </a:t>
            </a:r>
            <a:r>
              <a:rPr lang="ru-RU" sz="1000" b="1" dirty="0" err="1">
                <a:solidFill>
                  <a:schemeClr val="tx1"/>
                </a:solidFill>
              </a:rPr>
              <a:t>Analyst</a:t>
            </a:r>
            <a:endParaRPr lang="ru-RU" sz="1000" b="1" dirty="0">
              <a:solidFill>
                <a:schemeClr val="tx1"/>
              </a:solidFill>
            </a:endParaRPr>
          </a:p>
          <a:p>
            <a:pPr fontAlgn="base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000" dirty="0">
                <a:solidFill>
                  <a:schemeClr val="tx1"/>
                </a:solidFill>
              </a:rPr>
              <a:t>Data Analyst</a:t>
            </a:r>
            <a:endParaRPr lang="ru-RU" sz="1000" dirty="0">
              <a:solidFill>
                <a:schemeClr val="tx1"/>
              </a:solidFill>
            </a:endParaRPr>
          </a:p>
          <a:p>
            <a:pPr fontAlgn="base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ru-RU" sz="1000" dirty="0">
                <a:solidFill>
                  <a:schemeClr val="tx1"/>
                </a:solidFill>
              </a:rPr>
              <a:t>РТУ МИРЭА</a:t>
            </a:r>
          </a:p>
          <a:p>
            <a:pPr marL="0" indent="0" fontAlgn="base">
              <a:spcBef>
                <a:spcPts val="600"/>
              </a:spcBef>
              <a:buNone/>
            </a:pPr>
            <a:endParaRPr lang="ru-RU" sz="400" dirty="0">
              <a:solidFill>
                <a:schemeClr val="tx1"/>
              </a:solidFill>
            </a:endParaRPr>
          </a:p>
          <a:p>
            <a:pPr fontAlgn="base"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" sz="1000" dirty="0">
                <a:solidFill>
                  <a:schemeClr val="tx1"/>
                </a:solidFill>
              </a:rPr>
              <a:t>@</a:t>
            </a:r>
            <a:r>
              <a:rPr lang="en" sz="1000" dirty="0" err="1">
                <a:solidFill>
                  <a:schemeClr val="tx1"/>
                </a:solidFill>
              </a:rPr>
              <a:t>kosdov</a:t>
            </a:r>
            <a:endParaRPr lang="ru-RU" sz="1000" dirty="0">
              <a:solidFill>
                <a:schemeClr val="tx1"/>
              </a:solidFill>
            </a:endParaRPr>
          </a:p>
          <a:p>
            <a:pPr marL="0" indent="0" fontAlgn="base">
              <a:spcBef>
                <a:spcPts val="0"/>
              </a:spcBef>
              <a:buNone/>
            </a:pPr>
            <a:endParaRPr lang="ru-RU" sz="200" dirty="0">
              <a:solidFill>
                <a:schemeClr val="tx1"/>
              </a:solidFill>
            </a:endParaRPr>
          </a:p>
          <a:p>
            <a:pPr fontAlgn="base"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ru-RU" sz="1000" dirty="0">
                <a:solidFill>
                  <a:schemeClr val="tx1"/>
                </a:solidFill>
              </a:rPr>
              <a:t>+7 916 649-46-33</a:t>
            </a:r>
            <a:endParaRPr lang="en-US" sz="1000" dirty="0">
              <a:solidFill>
                <a:schemeClr val="tx1"/>
              </a:solidFill>
            </a:endParaRPr>
          </a:p>
          <a:p>
            <a:pPr marL="0" indent="0" fontAlgn="base">
              <a:spcBef>
                <a:spcPts val="0"/>
              </a:spcBef>
              <a:buFont typeface="Wingdings" pitchFamily="2" charset="2"/>
              <a:buNone/>
            </a:pPr>
            <a:endParaRPr lang="ru-RU" sz="1000" dirty="0">
              <a:solidFill>
                <a:schemeClr val="tx1"/>
              </a:solidFill>
            </a:endParaRPr>
          </a:p>
        </p:txBody>
      </p:sp>
      <p:sp>
        <p:nvSpPr>
          <p:cNvPr id="32" name="Скругленный прямоугольник 31">
            <a:extLst>
              <a:ext uri="{FF2B5EF4-FFF2-40B4-BE49-F238E27FC236}">
                <a16:creationId xmlns:a16="http://schemas.microsoft.com/office/drawing/2014/main" id="{35BF4C42-F5FE-9CB8-305D-08BB931AF5E2}"/>
              </a:ext>
            </a:extLst>
          </p:cNvPr>
          <p:cNvSpPr/>
          <p:nvPr/>
        </p:nvSpPr>
        <p:spPr>
          <a:xfrm>
            <a:off x="8486265" y="3362764"/>
            <a:ext cx="2043219" cy="620919"/>
          </a:xfrm>
          <a:prstGeom prst="roundRect">
            <a:avLst>
              <a:gd name="adj" fmla="val 18706"/>
            </a:avLst>
          </a:prstGeom>
          <a:solidFill>
            <a:schemeClr val="accent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accent2"/>
              </a:solidFill>
            </a:endParaRPr>
          </a:p>
        </p:txBody>
      </p:sp>
      <p:sp>
        <p:nvSpPr>
          <p:cNvPr id="33" name="Текст 8">
            <a:extLst>
              <a:ext uri="{FF2B5EF4-FFF2-40B4-BE49-F238E27FC236}">
                <a16:creationId xmlns:a16="http://schemas.microsoft.com/office/drawing/2014/main" id="{6272017B-D7B3-AF86-09E8-63FE3812F710}"/>
              </a:ext>
            </a:extLst>
          </p:cNvPr>
          <p:cNvSpPr txBox="1">
            <a:spLocks/>
          </p:cNvSpPr>
          <p:nvPr/>
        </p:nvSpPr>
        <p:spPr>
          <a:xfrm>
            <a:off x="8468289" y="3429000"/>
            <a:ext cx="2047667" cy="620919"/>
          </a:xfrm>
          <a:prstGeom prst="rect">
            <a:avLst/>
          </a:prstGeom>
          <a:ln>
            <a:noFill/>
          </a:ln>
        </p:spPr>
        <p:txBody>
          <a:bodyPr vert="horz" wrap="square" lIns="91440" tIns="45720" rIns="91440" bIns="45720" rtlCol="0">
            <a:normAutofit/>
          </a:bodyPr>
          <a:lstStyle>
            <a:lvl1pPr marL="144688" indent="-144688" algn="l" defTabSz="578755" rtl="0" eaLnBrk="1" latinLnBrk="0" hangingPunct="1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 pitchFamily="2" charset="2"/>
              <a:buChar char="§"/>
              <a:defRPr sz="1400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271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9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6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ru-RU" sz="1600" b="1" dirty="0">
                <a:solidFill>
                  <a:schemeClr val="tx1"/>
                </a:solidFill>
              </a:rPr>
              <a:t>Довбня</a:t>
            </a:r>
          </a:p>
          <a:p>
            <a:pPr marL="0" indent="0" algn="ctr">
              <a:buNone/>
            </a:pPr>
            <a:r>
              <a:rPr lang="ru-RU" sz="1100" b="1" dirty="0">
                <a:solidFill>
                  <a:schemeClr val="tx1"/>
                </a:solidFill>
              </a:rPr>
              <a:t>Константин Денисович</a:t>
            </a:r>
            <a:endParaRPr sz="1100" b="1" dirty="0">
              <a:solidFill>
                <a:schemeClr val="tx1"/>
              </a:solidFill>
            </a:endParaRP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82CBBED4-96E2-6A94-363E-9079F9BDDD51}"/>
              </a:ext>
            </a:extLst>
          </p:cNvPr>
          <p:cNvSpPr txBox="1"/>
          <p:nvPr/>
        </p:nvSpPr>
        <p:spPr>
          <a:xfrm>
            <a:off x="-806412" y="467475"/>
            <a:ext cx="609467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0" algn="ctr"/>
            <a:r>
              <a:rPr lang="ru-RU" sz="1800" b="1" dirty="0">
                <a:solidFill>
                  <a:srgbClr val="FFFFFF"/>
                </a:solidFill>
              </a:rPr>
              <a:t>Команда - </a:t>
            </a:r>
            <a:r>
              <a:rPr lang="en-US" sz="1800" b="1" dirty="0">
                <a:solidFill>
                  <a:srgbClr val="FFFFFF"/>
                </a:solidFill>
              </a:rPr>
              <a:t>YAKUBO DIGITAL</a:t>
            </a:r>
            <a:endParaRPr lang="ru-RU" sz="1800" b="1" dirty="0"/>
          </a:p>
        </p:txBody>
      </p:sp>
    </p:spTree>
    <p:extLst>
      <p:ext uri="{BB962C8B-B14F-4D97-AF65-F5344CB8AC3E}">
        <p14:creationId xmlns:p14="http://schemas.microsoft.com/office/powerpoint/2010/main" val="92214703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alphaModFix amt="0"/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112D283-FCC2-40D9-9CEA-EF1BD3595E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Скругленный прямоугольник 1">
            <a:extLst>
              <a:ext uri="{FF2B5EF4-FFF2-40B4-BE49-F238E27FC236}">
                <a16:creationId xmlns:a16="http://schemas.microsoft.com/office/drawing/2014/main" id="{9376089D-9A77-730A-ADAF-A685C17F1AED}"/>
              </a:ext>
            </a:extLst>
          </p:cNvPr>
          <p:cNvSpPr/>
          <p:nvPr/>
        </p:nvSpPr>
        <p:spPr>
          <a:xfrm>
            <a:off x="346075" y="324562"/>
            <a:ext cx="3952656" cy="620919"/>
          </a:xfrm>
          <a:prstGeom prst="roundRect">
            <a:avLst>
              <a:gd name="adj" fmla="val 18706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accent2"/>
              </a:solidFill>
            </a:endParaRPr>
          </a:p>
        </p:txBody>
      </p:sp>
      <p:sp>
        <p:nvSpPr>
          <p:cNvPr id="18" name="Номер слайда 17">
            <a:extLst>
              <a:ext uri="{FF2B5EF4-FFF2-40B4-BE49-F238E27FC236}">
                <a16:creationId xmlns:a16="http://schemas.microsoft.com/office/drawing/2014/main" id="{74006CB4-BD4D-EF41-3DCA-EDB126B8489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2DCC5B9-D646-4B76-891F-6FF4E74E9CB4}" type="slidenum">
              <a:rPr lang="ru-RU" smtClean="0">
                <a:solidFill>
                  <a:schemeClr val="accent5"/>
                </a:solidFill>
              </a:rPr>
              <a:pPr/>
              <a:t>4</a:t>
            </a:fld>
            <a:endParaRPr lang="ru-RU" dirty="0">
              <a:solidFill>
                <a:schemeClr val="accent5"/>
              </a:solidFill>
            </a:endParaRPr>
          </a:p>
        </p:txBody>
      </p:sp>
      <p:sp>
        <p:nvSpPr>
          <p:cNvPr id="37" name="Текст 8">
            <a:extLst>
              <a:ext uri="{FF2B5EF4-FFF2-40B4-BE49-F238E27FC236}">
                <a16:creationId xmlns:a16="http://schemas.microsoft.com/office/drawing/2014/main" id="{C7B87D78-5037-F48A-F05C-8E80D4A5A4D0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533606" y="1602273"/>
            <a:ext cx="8037899" cy="934263"/>
          </a:xfrm>
        </p:spPr>
        <p:txBody>
          <a:bodyPr wrap="square">
            <a:normAutofit/>
          </a:bodyPr>
          <a:lstStyle/>
          <a:p>
            <a:pPr marL="0" indent="0">
              <a:buNone/>
            </a:pPr>
            <a:r>
              <a:rPr lang="ru-RU" sz="1200" dirty="0">
                <a:solidFill>
                  <a:schemeClr val="tx1"/>
                </a:solidFill>
              </a:rPr>
              <a:t>Команда собралась специально для участия в этом хакатоне, и до этого мы вместе в рамках хакатонов не работали. Несмотря на это, нам удалось быстро найти общий язык, распределить роли и объединить наши компетенции. В процессе работы мы сплотились вокруг общей задачи, поддерживали друг друга и вместе искали решения, что позволило превратить группу незнакомых друг с другом участников в слаженную команду.</a:t>
            </a:r>
          </a:p>
        </p:txBody>
      </p:sp>
      <p:sp>
        <p:nvSpPr>
          <p:cNvPr id="38" name="Текст 8">
            <a:extLst>
              <a:ext uri="{FF2B5EF4-FFF2-40B4-BE49-F238E27FC236}">
                <a16:creationId xmlns:a16="http://schemas.microsoft.com/office/drawing/2014/main" id="{BAD76A99-219B-023F-35AA-74EDFF6A51FC}"/>
              </a:ext>
            </a:extLst>
          </p:cNvPr>
          <p:cNvSpPr txBox="1">
            <a:spLocks/>
          </p:cNvSpPr>
          <p:nvPr/>
        </p:nvSpPr>
        <p:spPr>
          <a:xfrm>
            <a:off x="533607" y="1279645"/>
            <a:ext cx="2990173" cy="353935"/>
          </a:xfrm>
          <a:prstGeom prst="rect">
            <a:avLst/>
          </a:prstGeom>
          <a:ln>
            <a:noFill/>
          </a:ln>
        </p:spPr>
        <p:txBody>
          <a:bodyPr vert="horz" wrap="square" lIns="91440" tIns="45720" rIns="91440" bIns="45720" rtlCol="0">
            <a:normAutofit fontScale="92500"/>
          </a:bodyPr>
          <a:lstStyle>
            <a:lvl1pPr marL="144688" indent="-144688" algn="l" defTabSz="578755" rtl="0" eaLnBrk="1" latinLnBrk="0" hangingPunct="1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 pitchFamily="2" charset="2"/>
              <a:buChar char="§"/>
              <a:defRPr sz="1400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271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9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6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None/>
            </a:pPr>
            <a:r>
              <a:rPr lang="ru-RU" sz="1600" b="1" dirty="0">
                <a:solidFill>
                  <a:srgbClr val="FF0053"/>
                </a:solidFill>
                <a:latin typeface="Montserrat"/>
              </a:rPr>
              <a:t>Краткая история команды</a:t>
            </a:r>
          </a:p>
        </p:txBody>
      </p:sp>
      <p:sp>
        <p:nvSpPr>
          <p:cNvPr id="40" name="Текст 8">
            <a:extLst>
              <a:ext uri="{FF2B5EF4-FFF2-40B4-BE49-F238E27FC236}">
                <a16:creationId xmlns:a16="http://schemas.microsoft.com/office/drawing/2014/main" id="{A812662F-49C9-0A37-1671-EE5E187C65D2}"/>
              </a:ext>
            </a:extLst>
          </p:cNvPr>
          <p:cNvSpPr txBox="1">
            <a:spLocks/>
          </p:cNvSpPr>
          <p:nvPr/>
        </p:nvSpPr>
        <p:spPr>
          <a:xfrm>
            <a:off x="533607" y="5139255"/>
            <a:ext cx="7894776" cy="1055362"/>
          </a:xfrm>
          <a:prstGeom prst="rect">
            <a:avLst/>
          </a:prstGeom>
          <a:ln>
            <a:noFill/>
          </a:ln>
        </p:spPr>
        <p:txBody>
          <a:bodyPr vert="horz" wrap="square" lIns="91440" tIns="45720" rIns="91440" bIns="45720" rtlCol="0">
            <a:noAutofit/>
          </a:bodyPr>
          <a:lstStyle>
            <a:lvl1pPr marL="144688" indent="-144688" algn="l" defTabSz="578755" rtl="0" eaLnBrk="1" latinLnBrk="0" hangingPunct="1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 pitchFamily="2" charset="2"/>
              <a:buChar char="§"/>
              <a:defRPr sz="1400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271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9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6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ru-RU" sz="1200" dirty="0">
                <a:solidFill>
                  <a:schemeClr val="tx1"/>
                </a:solidFill>
              </a:rPr>
              <a:t>Основными сложностями стали выстраивание архитектуры, интеграция отдельных компонентов и согласование работы между участниками команды. Поскольку проект создавался в сжатые сроки, многие решения приходилось принимать непосредственно в процессе разработки. Работали итеративно: реализовывали отдельные части, сразу проверяли их работу, выявляли проблемы и оперативно корректировали архитектуру и реализацию. Такой подход позволил постепенно собрать все компоненты в единое рабочее решение.</a:t>
            </a:r>
          </a:p>
        </p:txBody>
      </p:sp>
      <p:sp>
        <p:nvSpPr>
          <p:cNvPr id="41" name="Текст 8">
            <a:extLst>
              <a:ext uri="{FF2B5EF4-FFF2-40B4-BE49-F238E27FC236}">
                <a16:creationId xmlns:a16="http://schemas.microsoft.com/office/drawing/2014/main" id="{1AF2119E-43D8-37AF-C511-A59B0DD883B0}"/>
              </a:ext>
            </a:extLst>
          </p:cNvPr>
          <p:cNvSpPr txBox="1">
            <a:spLocks/>
          </p:cNvSpPr>
          <p:nvPr/>
        </p:nvSpPr>
        <p:spPr>
          <a:xfrm>
            <a:off x="533608" y="4571473"/>
            <a:ext cx="6438692" cy="629056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 eaLnBrk="1" latinLnBrk="0" hangingPunct="1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 pitchFamily="2" charset="2"/>
              <a:buChar char="§"/>
              <a:defRPr sz="1400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271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9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6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10000"/>
              </a:lnSpc>
              <a:buNone/>
            </a:pPr>
            <a:r>
              <a:rPr lang="ru-RU" b="1" dirty="0">
                <a:solidFill>
                  <a:schemeClr val="accent5"/>
                </a:solidFill>
              </a:rPr>
              <a:t>С какими основными сложностями или вызовами </a:t>
            </a:r>
            <a:br>
              <a:rPr lang="ru-RU" b="1" dirty="0">
                <a:solidFill>
                  <a:schemeClr val="accent5"/>
                </a:solidFill>
              </a:rPr>
            </a:br>
            <a:r>
              <a:rPr lang="ru-RU" b="1" dirty="0">
                <a:solidFill>
                  <a:schemeClr val="accent5"/>
                </a:solidFill>
              </a:rPr>
              <a:t>вы столкнулись и как их преодолели?</a:t>
            </a:r>
          </a:p>
        </p:txBody>
      </p:sp>
      <p:sp>
        <p:nvSpPr>
          <p:cNvPr id="43" name="Текст 8">
            <a:extLst>
              <a:ext uri="{FF2B5EF4-FFF2-40B4-BE49-F238E27FC236}">
                <a16:creationId xmlns:a16="http://schemas.microsoft.com/office/drawing/2014/main" id="{819ADE62-86A0-41CF-FEBE-6AC207E6AB95}"/>
              </a:ext>
            </a:extLst>
          </p:cNvPr>
          <p:cNvSpPr txBox="1">
            <a:spLocks/>
          </p:cNvSpPr>
          <p:nvPr/>
        </p:nvSpPr>
        <p:spPr>
          <a:xfrm>
            <a:off x="533606" y="3223657"/>
            <a:ext cx="8037898" cy="664508"/>
          </a:xfrm>
          <a:prstGeom prst="rect">
            <a:avLst/>
          </a:prstGeom>
          <a:ln>
            <a:noFill/>
          </a:ln>
        </p:spPr>
        <p:txBody>
          <a:bodyPr vert="horz" wrap="square" lIns="91440" tIns="45720" rIns="91440" bIns="45720" rtlCol="0">
            <a:normAutofit/>
          </a:bodyPr>
          <a:lstStyle>
            <a:lvl1pPr marL="144688" indent="-144688" algn="l" defTabSz="578755" rtl="0" eaLnBrk="1" latinLnBrk="0" hangingPunct="1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 pitchFamily="2" charset="2"/>
              <a:buChar char="§"/>
              <a:defRPr sz="1400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271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9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6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ru-RU" sz="1200" dirty="0">
                <a:solidFill>
                  <a:schemeClr val="tx1"/>
                </a:solidFill>
              </a:rPr>
              <a:t>Задачу выбрали из-за её практической ценности и возможности создать рабочее решение в сжатые сроки. Она позволила применить компетенции всех участников, разделить работу по направлениям и быстро собрать единый прототип.</a:t>
            </a:r>
          </a:p>
        </p:txBody>
      </p:sp>
      <p:sp>
        <p:nvSpPr>
          <p:cNvPr id="44" name="Текст 8">
            <a:extLst>
              <a:ext uri="{FF2B5EF4-FFF2-40B4-BE49-F238E27FC236}">
                <a16:creationId xmlns:a16="http://schemas.microsoft.com/office/drawing/2014/main" id="{A0EBDB05-E223-F4C0-4AF4-743B80D718E1}"/>
              </a:ext>
            </a:extLst>
          </p:cNvPr>
          <p:cNvSpPr txBox="1">
            <a:spLocks/>
          </p:cNvSpPr>
          <p:nvPr/>
        </p:nvSpPr>
        <p:spPr>
          <a:xfrm>
            <a:off x="533607" y="2900091"/>
            <a:ext cx="5629858" cy="528909"/>
          </a:xfrm>
          <a:prstGeom prst="rect">
            <a:avLst/>
          </a:prstGeom>
          <a:ln>
            <a:noFill/>
          </a:ln>
        </p:spPr>
        <p:txBody>
          <a:bodyPr vert="horz" wrap="square" lIns="91440" tIns="45720" rIns="91440" bIns="45720" rtlCol="0">
            <a:normAutofit lnSpcReduction="10000"/>
          </a:bodyPr>
          <a:lstStyle>
            <a:lvl1pPr marL="144688" indent="-144688" algn="l" defTabSz="578755" rtl="0" eaLnBrk="1" latinLnBrk="0" hangingPunct="1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 pitchFamily="2" charset="2"/>
              <a:buChar char="§"/>
              <a:defRPr sz="1400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271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9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6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None/>
            </a:pPr>
            <a:r>
              <a:rPr lang="ru-RU" sz="1600" b="1" dirty="0">
                <a:solidFill>
                  <a:srgbClr val="FF0053"/>
                </a:solidFill>
                <a:latin typeface="Montserrat"/>
              </a:rPr>
              <a:t>Почему эта задача</a:t>
            </a:r>
            <a:br>
              <a:rPr lang="ru-RU" b="1" dirty="0">
                <a:solidFill>
                  <a:schemeClr val="accent5"/>
                </a:solidFill>
              </a:rPr>
            </a:br>
            <a:endParaRPr lang="ru-RU" b="1" dirty="0">
              <a:solidFill>
                <a:schemeClr val="accent5"/>
              </a:solidFill>
            </a:endParaRPr>
          </a:p>
        </p:txBody>
      </p:sp>
      <p:cxnSp>
        <p:nvCxnSpPr>
          <p:cNvPr id="5" name="Прямая соединительная линия 4">
            <a:extLst>
              <a:ext uri="{FF2B5EF4-FFF2-40B4-BE49-F238E27FC236}">
                <a16:creationId xmlns:a16="http://schemas.microsoft.com/office/drawing/2014/main" id="{8462540F-CBE5-F86F-AD60-3D1A03F73EED}"/>
              </a:ext>
            </a:extLst>
          </p:cNvPr>
          <p:cNvCxnSpPr>
            <a:cxnSpLocks/>
          </p:cNvCxnSpPr>
          <p:nvPr/>
        </p:nvCxnSpPr>
        <p:spPr>
          <a:xfrm>
            <a:off x="623888" y="2745691"/>
            <a:ext cx="11233150" cy="0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Прямая соединительная линия 5">
            <a:extLst>
              <a:ext uri="{FF2B5EF4-FFF2-40B4-BE49-F238E27FC236}">
                <a16:creationId xmlns:a16="http://schemas.microsoft.com/office/drawing/2014/main" id="{43B6B201-8F98-911C-C812-B6DD350A7909}"/>
              </a:ext>
            </a:extLst>
          </p:cNvPr>
          <p:cNvCxnSpPr>
            <a:cxnSpLocks/>
          </p:cNvCxnSpPr>
          <p:nvPr/>
        </p:nvCxnSpPr>
        <p:spPr>
          <a:xfrm>
            <a:off x="623888" y="4407066"/>
            <a:ext cx="11233150" cy="0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8" name="Прямая соединительная линия 7">
            <a:extLst>
              <a:ext uri="{FF2B5EF4-FFF2-40B4-BE49-F238E27FC236}">
                <a16:creationId xmlns:a16="http://schemas.microsoft.com/office/drawing/2014/main" id="{935A7CAA-85B0-3D33-9D92-74AF00456FDE}"/>
              </a:ext>
            </a:extLst>
          </p:cNvPr>
          <p:cNvCxnSpPr>
            <a:cxnSpLocks/>
          </p:cNvCxnSpPr>
          <p:nvPr/>
        </p:nvCxnSpPr>
        <p:spPr>
          <a:xfrm>
            <a:off x="623888" y="1110074"/>
            <a:ext cx="11233150" cy="0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9" name="Текст 8">
            <a:extLst>
              <a:ext uri="{FF2B5EF4-FFF2-40B4-BE49-F238E27FC236}">
                <a16:creationId xmlns:a16="http://schemas.microsoft.com/office/drawing/2014/main" id="{DE3DBF43-8386-18C6-2DBB-93FBC617A211}"/>
              </a:ext>
            </a:extLst>
          </p:cNvPr>
          <p:cNvSpPr txBox="1">
            <a:spLocks/>
          </p:cNvSpPr>
          <p:nvPr/>
        </p:nvSpPr>
        <p:spPr>
          <a:xfrm>
            <a:off x="11015788" y="1279645"/>
            <a:ext cx="956838" cy="353935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 eaLnBrk="1" latinLnBrk="0" hangingPunct="1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 pitchFamily="2" charset="2"/>
              <a:buChar char="§"/>
              <a:defRPr sz="1400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271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9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6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buNone/>
            </a:pPr>
            <a:r>
              <a:rPr lang="ru-RU" b="1" dirty="0">
                <a:solidFill>
                  <a:schemeClr val="accent5"/>
                </a:solidFill>
              </a:rPr>
              <a:t>01</a:t>
            </a:r>
          </a:p>
        </p:txBody>
      </p:sp>
      <p:sp>
        <p:nvSpPr>
          <p:cNvPr id="11" name="Текст 8">
            <a:extLst>
              <a:ext uri="{FF2B5EF4-FFF2-40B4-BE49-F238E27FC236}">
                <a16:creationId xmlns:a16="http://schemas.microsoft.com/office/drawing/2014/main" id="{1C998835-697E-638C-C9A8-992A3CFE1585}"/>
              </a:ext>
            </a:extLst>
          </p:cNvPr>
          <p:cNvSpPr txBox="1">
            <a:spLocks/>
          </p:cNvSpPr>
          <p:nvPr/>
        </p:nvSpPr>
        <p:spPr>
          <a:xfrm>
            <a:off x="11015788" y="2900091"/>
            <a:ext cx="930595" cy="528909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 eaLnBrk="1" latinLnBrk="0" hangingPunct="1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 pitchFamily="2" charset="2"/>
              <a:buChar char="§"/>
              <a:defRPr sz="1400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271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9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6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lnSpc>
                <a:spcPct val="100000"/>
              </a:lnSpc>
              <a:buNone/>
            </a:pPr>
            <a:r>
              <a:rPr lang="ru-RU" b="1" dirty="0">
                <a:solidFill>
                  <a:schemeClr val="accent5"/>
                </a:solidFill>
              </a:rPr>
              <a:t>02</a:t>
            </a:r>
          </a:p>
        </p:txBody>
      </p:sp>
      <p:sp>
        <p:nvSpPr>
          <p:cNvPr id="12" name="Текст 8">
            <a:extLst>
              <a:ext uri="{FF2B5EF4-FFF2-40B4-BE49-F238E27FC236}">
                <a16:creationId xmlns:a16="http://schemas.microsoft.com/office/drawing/2014/main" id="{63CDAC47-57C1-8743-C534-E78438BFEAB6}"/>
              </a:ext>
            </a:extLst>
          </p:cNvPr>
          <p:cNvSpPr txBox="1">
            <a:spLocks/>
          </p:cNvSpPr>
          <p:nvPr/>
        </p:nvSpPr>
        <p:spPr>
          <a:xfrm>
            <a:off x="11015788" y="4571473"/>
            <a:ext cx="930596" cy="567782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 eaLnBrk="1" latinLnBrk="0" hangingPunct="1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 pitchFamily="2" charset="2"/>
              <a:buChar char="§"/>
              <a:defRPr sz="1400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271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9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6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lnSpc>
                <a:spcPct val="100000"/>
              </a:lnSpc>
              <a:buNone/>
            </a:pPr>
            <a:r>
              <a:rPr lang="ru-RU" b="1" dirty="0">
                <a:solidFill>
                  <a:schemeClr val="accent5"/>
                </a:solidFill>
              </a:rPr>
              <a:t>03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389DC8D8-C858-47A5-655F-8914783D1B47}"/>
              </a:ext>
            </a:extLst>
          </p:cNvPr>
          <p:cNvSpPr txBox="1"/>
          <p:nvPr/>
        </p:nvSpPr>
        <p:spPr>
          <a:xfrm>
            <a:off x="346075" y="476288"/>
            <a:ext cx="395265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0" algn="ctr"/>
            <a:r>
              <a:rPr lang="ru-RU" sz="1800" b="1" dirty="0">
                <a:solidFill>
                  <a:srgbClr val="FFFFFF"/>
                </a:solidFill>
              </a:rPr>
              <a:t>Команда - </a:t>
            </a:r>
            <a:r>
              <a:rPr lang="en-US" sz="1800" b="1" dirty="0">
                <a:solidFill>
                  <a:srgbClr val="FFFFFF"/>
                </a:solidFill>
              </a:rPr>
              <a:t>YAKUBO DIGITAL</a:t>
            </a:r>
            <a:endParaRPr lang="ru-RU" sz="1800" b="1" dirty="0"/>
          </a:p>
        </p:txBody>
      </p:sp>
    </p:spTree>
    <p:extLst>
      <p:ext uri="{BB962C8B-B14F-4D97-AF65-F5344CB8AC3E}">
        <p14:creationId xmlns:p14="http://schemas.microsoft.com/office/powerpoint/2010/main" val="203551114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AD51DE2-6F1E-2FB8-52A8-A597ED4D8F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Скругленный прямоугольник 9">
            <a:extLst>
              <a:ext uri="{FF2B5EF4-FFF2-40B4-BE49-F238E27FC236}">
                <a16:creationId xmlns:a16="http://schemas.microsoft.com/office/drawing/2014/main" id="{99639827-4B20-41B4-B9A5-E5F859569F5A}"/>
              </a:ext>
            </a:extLst>
          </p:cNvPr>
          <p:cNvSpPr/>
          <p:nvPr/>
        </p:nvSpPr>
        <p:spPr>
          <a:xfrm>
            <a:off x="346075" y="324562"/>
            <a:ext cx="3750912" cy="620919"/>
          </a:xfrm>
          <a:prstGeom prst="roundRect">
            <a:avLst>
              <a:gd name="adj" fmla="val 18706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accent2"/>
              </a:solidFill>
            </a:endParaRPr>
          </a:p>
        </p:txBody>
      </p:sp>
      <p:sp>
        <p:nvSpPr>
          <p:cNvPr id="24" name="Скругленный прямоугольник 23">
            <a:extLst>
              <a:ext uri="{FF2B5EF4-FFF2-40B4-BE49-F238E27FC236}">
                <a16:creationId xmlns:a16="http://schemas.microsoft.com/office/drawing/2014/main" id="{D6D9A41E-4495-E50B-97DA-5E654B99A15A}"/>
              </a:ext>
            </a:extLst>
          </p:cNvPr>
          <p:cNvSpPr/>
          <p:nvPr/>
        </p:nvSpPr>
        <p:spPr>
          <a:xfrm>
            <a:off x="6230774" y="1211284"/>
            <a:ext cx="5440313" cy="4989492"/>
          </a:xfrm>
          <a:prstGeom prst="roundRect">
            <a:avLst>
              <a:gd name="adj" fmla="val 3865"/>
            </a:avLst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accent2"/>
              </a:solidFill>
            </a:endParaRPr>
          </a:p>
        </p:txBody>
      </p:sp>
      <p:sp>
        <p:nvSpPr>
          <p:cNvPr id="27" name="Скругленный прямоугольник 26">
            <a:extLst>
              <a:ext uri="{FF2B5EF4-FFF2-40B4-BE49-F238E27FC236}">
                <a16:creationId xmlns:a16="http://schemas.microsoft.com/office/drawing/2014/main" id="{4205FFC6-B5B1-7076-639B-E4DAFE652AFA}"/>
              </a:ext>
            </a:extLst>
          </p:cNvPr>
          <p:cNvSpPr/>
          <p:nvPr/>
        </p:nvSpPr>
        <p:spPr>
          <a:xfrm>
            <a:off x="346076" y="1211284"/>
            <a:ext cx="5440313" cy="4989492"/>
          </a:xfrm>
          <a:prstGeom prst="roundRect">
            <a:avLst>
              <a:gd name="adj" fmla="val 3407"/>
            </a:avLst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accent2"/>
              </a:solidFill>
            </a:endParaRPr>
          </a:p>
        </p:txBody>
      </p:sp>
      <p:sp>
        <p:nvSpPr>
          <p:cNvPr id="21" name="Номер слайда 20">
            <a:extLst>
              <a:ext uri="{FF2B5EF4-FFF2-40B4-BE49-F238E27FC236}">
                <a16:creationId xmlns:a16="http://schemas.microsoft.com/office/drawing/2014/main" id="{889AB292-D098-2ABD-0429-89B4EFAD43B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2DCC5B9-D646-4B76-891F-6FF4E74E9CB4}" type="slidenum">
              <a:rPr lang="ru-RU" smtClean="0">
                <a:solidFill>
                  <a:schemeClr val="bg1"/>
                </a:solidFill>
              </a:rPr>
              <a:pPr/>
              <a:t>5</a:t>
            </a:fld>
            <a:endParaRPr lang="ru-RU" dirty="0">
              <a:solidFill>
                <a:schemeClr val="bg1"/>
              </a:solidFill>
            </a:endParaRP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B2BA7842-46FE-F786-9D85-92BBE62C549A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589493" y="1920927"/>
            <a:ext cx="5016177" cy="4193626"/>
          </a:xfrm>
        </p:spPr>
        <p:txBody>
          <a:bodyPr wrap="square">
            <a:normAutofit fontScale="77500" lnSpcReduction="20000"/>
          </a:bodyPr>
          <a:lstStyle/>
          <a:p>
            <a:r>
              <a:rPr lang="ru-RU" sz="1400" b="1" dirty="0">
                <a:solidFill>
                  <a:schemeClr val="tx1"/>
                </a:solidFill>
              </a:rPr>
              <a:t>Клиентская часть</a:t>
            </a:r>
            <a:endParaRPr lang="ru-RU" sz="1400" dirty="0">
              <a:solidFill>
                <a:schemeClr val="tx1"/>
              </a:solidFill>
            </a:endParaRPr>
          </a:p>
          <a:p>
            <a:pPr lvl="0"/>
            <a:r>
              <a:rPr lang="ru-RU" sz="1400" b="1" dirty="0" err="1">
                <a:solidFill>
                  <a:schemeClr val="tx1"/>
                </a:solidFill>
              </a:rPr>
              <a:t>Nuxt</a:t>
            </a:r>
            <a:r>
              <a:rPr lang="ru-RU" sz="1400" b="1" dirty="0">
                <a:solidFill>
                  <a:schemeClr val="tx1"/>
                </a:solidFill>
              </a:rPr>
              <a:t> 4</a:t>
            </a:r>
            <a:r>
              <a:rPr lang="ru-RU" sz="1400" dirty="0">
                <a:solidFill>
                  <a:schemeClr val="tx1"/>
                </a:solidFill>
              </a:rPr>
              <a:t> — основной фреймворк приложения.</a:t>
            </a:r>
          </a:p>
          <a:p>
            <a:pPr lvl="0"/>
            <a:r>
              <a:rPr lang="ru-RU" sz="1400" b="1" dirty="0" err="1">
                <a:solidFill>
                  <a:schemeClr val="tx1"/>
                </a:solidFill>
              </a:rPr>
              <a:t>Vue</a:t>
            </a:r>
            <a:r>
              <a:rPr lang="ru-RU" sz="1400" b="1" dirty="0">
                <a:solidFill>
                  <a:schemeClr val="tx1"/>
                </a:solidFill>
              </a:rPr>
              <a:t> 3</a:t>
            </a:r>
            <a:r>
              <a:rPr lang="ru-RU" sz="1400" dirty="0">
                <a:solidFill>
                  <a:schemeClr val="tx1"/>
                </a:solidFill>
              </a:rPr>
              <a:t> — построение пользовательского интерфейса и компонентов.</a:t>
            </a:r>
          </a:p>
          <a:p>
            <a:pPr lvl="0"/>
            <a:r>
              <a:rPr lang="ru-RU" sz="1400" b="1" dirty="0" err="1">
                <a:solidFill>
                  <a:schemeClr val="tx1"/>
                </a:solidFill>
              </a:rPr>
              <a:t>TypeScript</a:t>
            </a:r>
            <a:r>
              <a:rPr lang="ru-RU" sz="1400" dirty="0">
                <a:solidFill>
                  <a:schemeClr val="tx1"/>
                </a:solidFill>
              </a:rPr>
              <a:t> — типизация и повышение надёжности кода.</a:t>
            </a:r>
          </a:p>
          <a:p>
            <a:pPr lvl="0"/>
            <a:r>
              <a:rPr lang="ru-RU" sz="1400" b="1" dirty="0" err="1">
                <a:solidFill>
                  <a:schemeClr val="tx1"/>
                </a:solidFill>
              </a:rPr>
              <a:t>Konva</a:t>
            </a:r>
            <a:r>
              <a:rPr lang="ru-RU" sz="1400" dirty="0">
                <a:solidFill>
                  <a:schemeClr val="tx1"/>
                </a:solidFill>
              </a:rPr>
              <a:t> — работа с интерактивной графикой и визуальными элементами.</a:t>
            </a:r>
          </a:p>
          <a:p>
            <a:pPr lvl="0"/>
            <a:r>
              <a:rPr lang="ru-RU" sz="1400" b="1" dirty="0" err="1">
                <a:solidFill>
                  <a:schemeClr val="tx1"/>
                </a:solidFill>
              </a:rPr>
              <a:t>KaTeX</a:t>
            </a:r>
            <a:r>
              <a:rPr lang="ru-RU" sz="1400" dirty="0">
                <a:solidFill>
                  <a:schemeClr val="tx1"/>
                </a:solidFill>
              </a:rPr>
              <a:t> — отображение математических формул.</a:t>
            </a:r>
          </a:p>
          <a:p>
            <a:r>
              <a:rPr lang="ru-RU" sz="1400" b="1" dirty="0">
                <a:solidFill>
                  <a:schemeClr val="tx1"/>
                </a:solidFill>
              </a:rPr>
              <a:t>Серверная часть</a:t>
            </a:r>
            <a:endParaRPr lang="ru-RU" sz="1400" dirty="0">
              <a:solidFill>
                <a:schemeClr val="tx1"/>
              </a:solidFill>
            </a:endParaRPr>
          </a:p>
          <a:p>
            <a:pPr lvl="0"/>
            <a:r>
              <a:rPr lang="ru-RU" sz="1400" b="1" dirty="0" err="1">
                <a:solidFill>
                  <a:schemeClr val="tx1"/>
                </a:solidFill>
              </a:rPr>
              <a:t>FastAPI</a:t>
            </a:r>
            <a:r>
              <a:rPr lang="ru-RU" sz="1400" dirty="0">
                <a:solidFill>
                  <a:schemeClr val="tx1"/>
                </a:solidFill>
              </a:rPr>
              <a:t> — разработка REST API и серверной бизнес-логики.</a:t>
            </a:r>
          </a:p>
          <a:p>
            <a:pPr lvl="0"/>
            <a:r>
              <a:rPr lang="ru-RU" sz="1400" b="1" dirty="0" err="1">
                <a:solidFill>
                  <a:schemeClr val="tx1"/>
                </a:solidFill>
              </a:rPr>
              <a:t>SQLAlchemy</a:t>
            </a:r>
            <a:r>
              <a:rPr lang="ru-RU" sz="1400" dirty="0">
                <a:solidFill>
                  <a:schemeClr val="tx1"/>
                </a:solidFill>
              </a:rPr>
              <a:t> — взаимодействие с базой данных.</a:t>
            </a:r>
          </a:p>
          <a:p>
            <a:pPr lvl="0"/>
            <a:r>
              <a:rPr lang="ru-RU" sz="1400" b="1" dirty="0" err="1">
                <a:solidFill>
                  <a:schemeClr val="tx1"/>
                </a:solidFill>
              </a:rPr>
              <a:t>Alembic</a:t>
            </a:r>
            <a:r>
              <a:rPr lang="ru-RU" sz="1400" dirty="0">
                <a:solidFill>
                  <a:schemeClr val="tx1"/>
                </a:solidFill>
              </a:rPr>
              <a:t> — управление миграциями схемы БД.</a:t>
            </a:r>
          </a:p>
          <a:p>
            <a:pPr lvl="0"/>
            <a:r>
              <a:rPr lang="ru-RU" sz="1400" b="1" dirty="0" err="1">
                <a:solidFill>
                  <a:schemeClr val="tx1"/>
                </a:solidFill>
              </a:rPr>
              <a:t>PostgreSQL</a:t>
            </a:r>
            <a:r>
              <a:rPr lang="ru-RU" sz="1400" b="1" dirty="0">
                <a:solidFill>
                  <a:schemeClr val="tx1"/>
                </a:solidFill>
              </a:rPr>
              <a:t> 16</a:t>
            </a:r>
            <a:r>
              <a:rPr lang="ru-RU" sz="1400" dirty="0">
                <a:solidFill>
                  <a:schemeClr val="tx1"/>
                </a:solidFill>
              </a:rPr>
              <a:t> — основное хранилище данных.</a:t>
            </a:r>
          </a:p>
          <a:p>
            <a:pPr lvl="0"/>
            <a:r>
              <a:rPr lang="ru-RU" sz="1400" b="1" dirty="0">
                <a:solidFill>
                  <a:schemeClr val="tx1"/>
                </a:solidFill>
              </a:rPr>
              <a:t>Argon2</a:t>
            </a:r>
            <a:r>
              <a:rPr lang="ru-RU" sz="1400" dirty="0">
                <a:solidFill>
                  <a:schemeClr val="tx1"/>
                </a:solidFill>
              </a:rPr>
              <a:t> — безопасное хеширование паролей.</a:t>
            </a:r>
          </a:p>
          <a:p>
            <a:r>
              <a:rPr lang="ru-RU" sz="1400" b="1" dirty="0">
                <a:solidFill>
                  <a:schemeClr val="tx1"/>
                </a:solidFill>
              </a:rPr>
              <a:t>Инфраструктура и запуск</a:t>
            </a:r>
            <a:endParaRPr lang="ru-RU" sz="1400" dirty="0">
              <a:solidFill>
                <a:schemeClr val="tx1"/>
              </a:solidFill>
            </a:endParaRPr>
          </a:p>
          <a:p>
            <a:pPr lvl="0"/>
            <a:r>
              <a:rPr lang="ru-RU" sz="1400" b="1" dirty="0" err="1">
                <a:solidFill>
                  <a:schemeClr val="tx1"/>
                </a:solidFill>
              </a:rPr>
              <a:t>Docker</a:t>
            </a:r>
            <a:r>
              <a:rPr lang="ru-RU" sz="1400" b="1" dirty="0">
                <a:solidFill>
                  <a:schemeClr val="tx1"/>
                </a:solidFill>
              </a:rPr>
              <a:t> </a:t>
            </a:r>
            <a:r>
              <a:rPr lang="ru-RU" sz="1400" b="1" dirty="0" err="1">
                <a:solidFill>
                  <a:schemeClr val="tx1"/>
                </a:solidFill>
              </a:rPr>
              <a:t>Compose</a:t>
            </a:r>
            <a:r>
              <a:rPr lang="ru-RU" sz="1400" dirty="0">
                <a:solidFill>
                  <a:schemeClr val="tx1"/>
                </a:solidFill>
              </a:rPr>
              <a:t> — контейнеризация и управление сервисами.</a:t>
            </a:r>
          </a:p>
          <a:p>
            <a:pPr lvl="0"/>
            <a:r>
              <a:rPr lang="ru-RU" sz="1400" b="1" dirty="0" err="1">
                <a:solidFill>
                  <a:schemeClr val="tx1"/>
                </a:solidFill>
              </a:rPr>
              <a:t>Traefik</a:t>
            </a:r>
            <a:r>
              <a:rPr lang="ru-RU" sz="1400" dirty="0">
                <a:solidFill>
                  <a:schemeClr val="tx1"/>
                </a:solidFill>
              </a:rPr>
              <a:t> — маршрутизация входящих запросов и </a:t>
            </a:r>
            <a:r>
              <a:rPr lang="ru-RU" sz="1400" dirty="0" err="1">
                <a:solidFill>
                  <a:schemeClr val="tx1"/>
                </a:solidFill>
              </a:rPr>
              <a:t>reverse</a:t>
            </a:r>
            <a:r>
              <a:rPr lang="ru-RU" sz="1400" dirty="0">
                <a:solidFill>
                  <a:schemeClr val="tx1"/>
                </a:solidFill>
              </a:rPr>
              <a:t> </a:t>
            </a:r>
            <a:r>
              <a:rPr lang="ru-RU" sz="1400" dirty="0" err="1">
                <a:solidFill>
                  <a:schemeClr val="tx1"/>
                </a:solidFill>
              </a:rPr>
              <a:t>proxy</a:t>
            </a:r>
            <a:r>
              <a:rPr lang="ru-RU" sz="1400" dirty="0">
                <a:solidFill>
                  <a:schemeClr val="tx1"/>
                </a:solidFill>
              </a:rPr>
              <a:t>.</a:t>
            </a:r>
          </a:p>
          <a:p>
            <a:pPr lvl="0"/>
            <a:r>
              <a:rPr lang="ru-RU" sz="1400" b="1" dirty="0">
                <a:solidFill>
                  <a:schemeClr val="tx1"/>
                </a:solidFill>
              </a:rPr>
              <a:t>API-сервис</a:t>
            </a:r>
            <a:r>
              <a:rPr lang="ru-RU" sz="1400" dirty="0">
                <a:solidFill>
                  <a:schemeClr val="tx1"/>
                </a:solidFill>
              </a:rPr>
              <a:t> — обработка запросов клиентского приложения.</a:t>
            </a:r>
          </a:p>
          <a:p>
            <a:pPr lvl="0"/>
            <a:r>
              <a:rPr lang="ru-RU" sz="1400" b="1" dirty="0" err="1">
                <a:solidFill>
                  <a:schemeClr val="tx1"/>
                </a:solidFill>
              </a:rPr>
              <a:t>Воркер</a:t>
            </a:r>
            <a:r>
              <a:rPr lang="ru-RU" sz="1400" b="1" dirty="0">
                <a:solidFill>
                  <a:schemeClr val="tx1"/>
                </a:solidFill>
              </a:rPr>
              <a:t> парсеров</a:t>
            </a:r>
            <a:r>
              <a:rPr lang="ru-RU" sz="1400" dirty="0">
                <a:solidFill>
                  <a:schemeClr val="tx1"/>
                </a:solidFill>
              </a:rPr>
              <a:t> — фоновая обработка и выполнение задач парсинга.</a:t>
            </a:r>
          </a:p>
        </p:txBody>
      </p:sp>
      <p:sp>
        <p:nvSpPr>
          <p:cNvPr id="7" name="Текст 6">
            <a:extLst>
              <a:ext uri="{FF2B5EF4-FFF2-40B4-BE49-F238E27FC236}">
                <a16:creationId xmlns:a16="http://schemas.microsoft.com/office/drawing/2014/main" id="{FADF42A3-53F4-C8E0-2D79-332DAAEB9A8A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6513513" y="1920927"/>
            <a:ext cx="4957144" cy="3876445"/>
          </a:xfrm>
        </p:spPr>
        <p:txBody>
          <a:bodyPr wrap="square">
            <a:normAutofit/>
          </a:bodyPr>
          <a:lstStyle/>
          <a:p>
            <a:r>
              <a:rPr lang="ru-RU" sz="1100" b="1" dirty="0">
                <a:solidFill>
                  <a:schemeClr val="tx1"/>
                </a:solidFill>
              </a:rPr>
              <a:t>Платформа позволяет инвестору ещё до внедрения роботизации понять, сколько он сможет сэкономить на конкретном объекте.</a:t>
            </a:r>
            <a:r>
              <a:rPr lang="ru-RU" sz="1100" dirty="0">
                <a:solidFill>
                  <a:schemeClr val="tx1"/>
                </a:solidFill>
              </a:rPr>
              <a:t> Пользователь выбирает объект и параметры задачи, система подбирает подходящее роботизированное решение, визуализирует его работу и рассчитывает </a:t>
            </a:r>
            <a:r>
              <a:rPr lang="ru-RU" sz="1100" b="1" dirty="0">
                <a:solidFill>
                  <a:schemeClr val="tx1"/>
                </a:solidFill>
              </a:rPr>
              <a:t>экономический эффект, снижение затрат и потенциальную окупаемость инвестиций</a:t>
            </a:r>
            <a:r>
              <a:rPr lang="ru-RU" sz="1100" dirty="0">
                <a:solidFill>
                  <a:schemeClr val="tx1"/>
                </a:solidFill>
              </a:rPr>
              <a:t>.</a:t>
            </a:r>
          </a:p>
          <a:p>
            <a:r>
              <a:rPr lang="ru-RU" sz="1100" b="1" dirty="0">
                <a:solidFill>
                  <a:schemeClr val="tx1"/>
                </a:solidFill>
              </a:rPr>
              <a:t>Главная ценность:</a:t>
            </a:r>
            <a:r>
              <a:rPr lang="ru-RU" sz="1100" dirty="0">
                <a:solidFill>
                  <a:schemeClr val="tx1"/>
                </a:solidFill>
              </a:rPr>
              <a:t> инвестор не просто видит, </a:t>
            </a:r>
            <a:r>
              <a:rPr lang="ru-RU" sz="1100" i="1" dirty="0">
                <a:solidFill>
                  <a:schemeClr val="tx1"/>
                </a:solidFill>
              </a:rPr>
              <a:t>какого робота купить</a:t>
            </a:r>
            <a:r>
              <a:rPr lang="ru-RU" sz="1100" dirty="0">
                <a:solidFill>
                  <a:schemeClr val="tx1"/>
                </a:solidFill>
              </a:rPr>
              <a:t>, а сразу понимает </a:t>
            </a:r>
            <a:r>
              <a:rPr lang="ru-RU" sz="1100" b="1" dirty="0">
                <a:solidFill>
                  <a:schemeClr val="tx1"/>
                </a:solidFill>
              </a:rPr>
              <a:t>«сколько я вложу → сколько сэкономлю → какой получу экономический эффект»</a:t>
            </a:r>
            <a:r>
              <a:rPr lang="ru-RU" sz="1100" dirty="0">
                <a:solidFill>
                  <a:schemeClr val="tx1"/>
                </a:solidFill>
              </a:rPr>
              <a:t>. </a:t>
            </a:r>
          </a:p>
          <a:p>
            <a:endParaRPr lang="ru-RU" sz="1100" dirty="0">
              <a:solidFill>
                <a:schemeClr val="tx1"/>
              </a:solidFill>
            </a:endParaRPr>
          </a:p>
          <a:p>
            <a:pPr marL="0" indent="0">
              <a:buNone/>
            </a:pPr>
            <a:endParaRPr lang="ru-RU" sz="1100" dirty="0">
              <a:solidFill>
                <a:schemeClr val="tx1"/>
              </a:solidFill>
            </a:endParaRPr>
          </a:p>
        </p:txBody>
      </p:sp>
      <p:sp>
        <p:nvSpPr>
          <p:cNvPr id="14" name="Заголовок 13">
            <a:extLst>
              <a:ext uri="{FF2B5EF4-FFF2-40B4-BE49-F238E27FC236}">
                <a16:creationId xmlns:a16="http://schemas.microsoft.com/office/drawing/2014/main" id="{9ADE5A7A-262A-121D-63C7-92347C3B48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5817" y="456851"/>
            <a:ext cx="9862734" cy="376138"/>
          </a:xfrm>
        </p:spPr>
        <p:txBody>
          <a:bodyPr/>
          <a:lstStyle/>
          <a:p>
            <a:r>
              <a:rPr lang="ru-RU" dirty="0"/>
              <a:t>КОРОТКО О РЕШЕНИИ</a:t>
            </a:r>
          </a:p>
        </p:txBody>
      </p:sp>
      <p:sp>
        <p:nvSpPr>
          <p:cNvPr id="15" name="Текст 14">
            <a:extLst>
              <a:ext uri="{FF2B5EF4-FFF2-40B4-BE49-F238E27FC236}">
                <a16:creationId xmlns:a16="http://schemas.microsoft.com/office/drawing/2014/main" id="{26BEC078-5087-6080-D7D6-F5A0B438BDE2}"/>
              </a:ext>
            </a:extLst>
          </p:cNvPr>
          <p:cNvSpPr>
            <a:spLocks noGrp="1"/>
          </p:cNvSpPr>
          <p:nvPr>
            <p:ph type="body" sz="quarter" idx="49"/>
          </p:nvPr>
        </p:nvSpPr>
        <p:spPr>
          <a:xfrm>
            <a:off x="578063" y="1476583"/>
            <a:ext cx="4929861" cy="555147"/>
          </a:xfrm>
        </p:spPr>
        <p:txBody>
          <a:bodyPr wrap="square"/>
          <a:lstStyle/>
          <a:p>
            <a:pPr>
              <a:lnSpc>
                <a:spcPct val="100000"/>
              </a:lnSpc>
            </a:pPr>
            <a:r>
              <a:rPr lang="ru-RU" sz="1600" b="1" dirty="0">
                <a:solidFill>
                  <a:srgbClr val="1C1D22"/>
                </a:solidFill>
                <a:latin typeface="Montserrat"/>
              </a:rPr>
              <a:t>Техническая суть решения</a:t>
            </a:r>
          </a:p>
        </p:txBody>
      </p:sp>
      <p:sp>
        <p:nvSpPr>
          <p:cNvPr id="17" name="Текст 16">
            <a:extLst>
              <a:ext uri="{FF2B5EF4-FFF2-40B4-BE49-F238E27FC236}">
                <a16:creationId xmlns:a16="http://schemas.microsoft.com/office/drawing/2014/main" id="{2859F02A-65ED-43C1-C072-8FCD6772DA35}"/>
              </a:ext>
            </a:extLst>
          </p:cNvPr>
          <p:cNvSpPr>
            <a:spLocks noGrp="1"/>
          </p:cNvSpPr>
          <p:nvPr>
            <p:ph type="body" sz="quarter" idx="51"/>
          </p:nvPr>
        </p:nvSpPr>
        <p:spPr>
          <a:xfrm>
            <a:off x="6513513" y="1476583"/>
            <a:ext cx="5214724" cy="561519"/>
          </a:xfrm>
        </p:spPr>
        <p:txBody>
          <a:bodyPr wrap="square"/>
          <a:lstStyle/>
          <a:p>
            <a:pPr>
              <a:lnSpc>
                <a:spcPct val="100000"/>
              </a:lnSpc>
            </a:pPr>
            <a:r>
              <a:rPr lang="ru-RU" sz="1600" b="1" dirty="0">
                <a:solidFill>
                  <a:srgbClr val="1C1D22"/>
                </a:solidFill>
                <a:latin typeface="Montserrat"/>
              </a:rPr>
              <a:t>Маркетинговая суть решения</a:t>
            </a:r>
          </a:p>
          <a:p>
            <a:pPr>
              <a:lnSpc>
                <a:spcPct val="100000"/>
              </a:lnSpc>
            </a:pPr>
            <a:endParaRPr lang="ru-RU" b="1" dirty="0">
              <a:solidFill>
                <a:schemeClr val="accent5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9877645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лашка заголовка"/>
          <p:cNvSpPr/>
          <p:nvPr/>
        </p:nvSpPr>
        <p:spPr>
          <a:xfrm>
            <a:off x="345643" y="324612"/>
            <a:ext cx="5500118" cy="887578"/>
          </a:xfrm>
          <a:prstGeom prst="roundRect">
            <a:avLst>
              <a:gd name="adj" fmla="val 13000"/>
            </a:avLst>
          </a:prstGeom>
          <a:solidFill>
            <a:schemeClr val="accent1"/>
          </a:solidFill>
          <a:ln>
            <a:noFill/>
          </a:ln>
          <a:effectLst/>
        </p:spPr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510235" y="324612"/>
            <a:ext cx="5262374" cy="887578"/>
          </a:xfrm>
        </p:spPr>
        <p:txBody>
          <a:bodyPr wrap="square" lIns="18288" tIns="0" rIns="0" bIns="18288" anchor="ctr">
            <a:noAutofit/>
          </a:bodyPr>
          <a:lstStyle/>
          <a:p>
            <a:pPr marL="0" indent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000" b="1">
                <a:solidFill>
                  <a:schemeClr val="bg1"/>
                </a:solidFill>
              </a:rPr>
              <a:t>ЭКСПРЕСС-ОЦЕНКА РОБОТИЗАЦИИ</a:t>
            </a:r>
          </a:p>
          <a:p>
            <a:pPr marL="0" indent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000" b="1">
                <a:solidFill>
                  <a:schemeClr val="bg1"/>
                </a:solidFill>
              </a:rPr>
              <a:t>ДО ОБСЛЕДОВАНИЯ</a:t>
            </a:r>
          </a:p>
        </p:txBody>
      </p:sp>
      <p:sp>
        <p:nvSpPr>
          <p:cNvPr id="5" name="Карточка роли 1"/>
          <p:cNvSpPr/>
          <p:nvPr/>
        </p:nvSpPr>
        <p:spPr>
          <a:xfrm>
            <a:off x="345643" y="1600200"/>
            <a:ext cx="2183039" cy="4206240"/>
          </a:xfrm>
          <a:prstGeom prst="roundRect">
            <a:avLst>
              <a:gd name="adj" fmla="val 7000"/>
            </a:avLst>
          </a:prstGeom>
          <a:solidFill>
            <a:schemeClr val="bg1"/>
          </a:solidFill>
          <a:ln>
            <a:noFill/>
          </a:ln>
          <a:effectLst/>
        </p:spPr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601675" y="1874520"/>
            <a:ext cx="1005840" cy="1005840"/>
          </a:xfrm>
          <a:prstGeom prst="roundRect">
            <a:avLst>
              <a:gd name="adj" fmla="val 22000"/>
            </a:avLst>
          </a:prstGeom>
          <a:solidFill>
            <a:schemeClr val="accent2"/>
          </a:solidFill>
          <a:ln>
            <a:noFill/>
          </a:ln>
          <a:effectLst/>
        </p:spPr>
        <p:txBody>
          <a:bodyPr lIns="0" tIns="0" rIns="0" bIns="0" rtlCol="0" anchor="ctr"/>
          <a:lstStyle/>
          <a:p>
            <a:pPr algn="ctr"/>
            <a:endParaRPr/>
          </a:p>
        </p:txBody>
      </p:sp>
      <p:pic>
        <p:nvPicPr>
          <p:cNvPr id="7" name="Иконка: портфель" descr="Иконка: портфель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2843" y="2075688"/>
            <a:ext cx="603504" cy="603504"/>
          </a:xfrm>
          <a:prstGeom prst="rect">
            <a:avLst/>
          </a:prstGeom>
        </p:spPr>
      </p:pic>
      <p:sp>
        <p:nvSpPr>
          <p:cNvPr id="8" name="Роль 1"/>
          <p:cNvSpPr txBox="1"/>
          <p:nvPr/>
        </p:nvSpPr>
        <p:spPr>
          <a:xfrm>
            <a:off x="601675" y="3154680"/>
            <a:ext cx="1725839" cy="56692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0" indent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500" b="1">
                <a:solidFill>
                  <a:schemeClr val="accent1"/>
                </a:solidFill>
              </a:rPr>
              <a:t>Руководитель</a:t>
            </a:r>
          </a:p>
        </p:txBody>
      </p:sp>
      <p:sp>
        <p:nvSpPr>
          <p:cNvPr id="9" name="Вопрос 1"/>
          <p:cNvSpPr txBox="1"/>
          <p:nvPr/>
        </p:nvSpPr>
        <p:spPr>
          <a:xfrm>
            <a:off x="601675" y="3813048"/>
            <a:ext cx="1817279" cy="18288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200" b="1">
                <a:solidFill>
                  <a:schemeClr val="accent6"/>
                </a:solidFill>
              </a:rPr>
              <a:t>Стоит ли начинать?</a:t>
            </a:r>
          </a:p>
        </p:txBody>
      </p:sp>
      <p:sp>
        <p:nvSpPr>
          <p:cNvPr id="10" name="Карточка роли 2"/>
          <p:cNvSpPr/>
          <p:nvPr/>
        </p:nvSpPr>
        <p:spPr>
          <a:xfrm>
            <a:off x="2674986" y="1600200"/>
            <a:ext cx="2183039" cy="4206240"/>
          </a:xfrm>
          <a:prstGeom prst="roundRect">
            <a:avLst>
              <a:gd name="adj" fmla="val 7000"/>
            </a:avLst>
          </a:prstGeom>
          <a:solidFill>
            <a:schemeClr val="bg1"/>
          </a:solidFill>
          <a:ln>
            <a:noFill/>
          </a:ln>
          <a:effectLst/>
        </p:spPr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2931018" y="1874520"/>
            <a:ext cx="1005840" cy="1005840"/>
          </a:xfrm>
          <a:prstGeom prst="roundRect">
            <a:avLst>
              <a:gd name="adj" fmla="val 22000"/>
            </a:avLst>
          </a:prstGeom>
          <a:solidFill>
            <a:schemeClr val="accent2"/>
          </a:solidFill>
          <a:ln>
            <a:noFill/>
          </a:ln>
          <a:effectLst/>
        </p:spPr>
        <p:txBody>
          <a:bodyPr lIns="0" tIns="0" rIns="0" bIns="0" rtlCol="0" anchor="ctr"/>
          <a:lstStyle/>
          <a:p>
            <a:pPr algn="ctr"/>
            <a:endParaRPr/>
          </a:p>
        </p:txBody>
      </p:sp>
      <p:pic>
        <p:nvPicPr>
          <p:cNvPr id="12" name="Иконка: процессор" descr="Иконка: процессор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132186" y="2075688"/>
            <a:ext cx="603504" cy="603504"/>
          </a:xfrm>
          <a:prstGeom prst="rect">
            <a:avLst/>
          </a:prstGeom>
        </p:spPr>
      </p:pic>
      <p:sp>
        <p:nvSpPr>
          <p:cNvPr id="13" name="Роль 2"/>
          <p:cNvSpPr txBox="1"/>
          <p:nvPr/>
        </p:nvSpPr>
        <p:spPr>
          <a:xfrm>
            <a:off x="2931018" y="3154680"/>
            <a:ext cx="1725839" cy="56692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0" indent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500" b="1">
                <a:solidFill>
                  <a:schemeClr val="accent1"/>
                </a:solidFill>
              </a:rPr>
              <a:t>Технический директор</a:t>
            </a:r>
          </a:p>
        </p:txBody>
      </p:sp>
      <p:sp>
        <p:nvSpPr>
          <p:cNvPr id="14" name="Вопрос 2"/>
          <p:cNvSpPr txBox="1"/>
          <p:nvPr/>
        </p:nvSpPr>
        <p:spPr>
          <a:xfrm>
            <a:off x="2931018" y="3813048"/>
            <a:ext cx="1817279" cy="18288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200" b="1">
                <a:solidFill>
                  <a:schemeClr val="accent6"/>
                </a:solidFill>
              </a:rPr>
              <a:t>Какие роботы подходят?</a:t>
            </a:r>
          </a:p>
        </p:txBody>
      </p:sp>
      <p:sp>
        <p:nvSpPr>
          <p:cNvPr id="15" name="Карточка роли 3"/>
          <p:cNvSpPr/>
          <p:nvPr/>
        </p:nvSpPr>
        <p:spPr>
          <a:xfrm>
            <a:off x="5004328" y="1600200"/>
            <a:ext cx="2183039" cy="4206240"/>
          </a:xfrm>
          <a:prstGeom prst="roundRect">
            <a:avLst>
              <a:gd name="adj" fmla="val 7000"/>
            </a:avLst>
          </a:prstGeom>
          <a:solidFill>
            <a:schemeClr val="bg1"/>
          </a:solidFill>
          <a:ln>
            <a:noFill/>
          </a:ln>
          <a:effectLst/>
        </p:spPr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5260360" y="1874520"/>
            <a:ext cx="1005840" cy="1005840"/>
          </a:xfrm>
          <a:prstGeom prst="roundRect">
            <a:avLst>
              <a:gd name="adj" fmla="val 22000"/>
            </a:avLst>
          </a:prstGeom>
          <a:solidFill>
            <a:schemeClr val="accent2"/>
          </a:solidFill>
          <a:ln>
            <a:noFill/>
          </a:ln>
          <a:effectLst/>
        </p:spPr>
        <p:txBody>
          <a:bodyPr lIns="0" tIns="0" rIns="0" bIns="0" rtlCol="0" anchor="ctr"/>
          <a:lstStyle/>
          <a:p>
            <a:pPr algn="ctr"/>
            <a:endParaRPr/>
          </a:p>
        </p:txBody>
      </p:sp>
      <p:pic>
        <p:nvPicPr>
          <p:cNvPr id="17" name="Иконка: грузовик" descr="Иконка: грузовик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461528" y="2075688"/>
            <a:ext cx="603504" cy="603504"/>
          </a:xfrm>
          <a:prstGeom prst="rect">
            <a:avLst/>
          </a:prstGeom>
        </p:spPr>
      </p:pic>
      <p:sp>
        <p:nvSpPr>
          <p:cNvPr id="18" name="Роль 3"/>
          <p:cNvSpPr txBox="1"/>
          <p:nvPr/>
        </p:nvSpPr>
        <p:spPr>
          <a:xfrm>
            <a:off x="5260360" y="3154680"/>
            <a:ext cx="1725839" cy="56692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0" indent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500" b="1">
                <a:solidFill>
                  <a:schemeClr val="accent1"/>
                </a:solidFill>
              </a:rPr>
              <a:t>Логист</a:t>
            </a:r>
          </a:p>
        </p:txBody>
      </p:sp>
      <p:sp>
        <p:nvSpPr>
          <p:cNvPr id="19" name="Вопрос 3"/>
          <p:cNvSpPr txBox="1"/>
          <p:nvPr/>
        </p:nvSpPr>
        <p:spPr>
          <a:xfrm>
            <a:off x="5260360" y="3813048"/>
            <a:ext cx="1817279" cy="18288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200" b="1">
                <a:solidFill>
                  <a:schemeClr val="accent6"/>
                </a:solidFill>
              </a:rPr>
              <a:t>Справится ли парк с потоком?</a:t>
            </a:r>
          </a:p>
        </p:txBody>
      </p:sp>
      <p:sp>
        <p:nvSpPr>
          <p:cNvPr id="20" name="Карточка роли 4"/>
          <p:cNvSpPr/>
          <p:nvPr/>
        </p:nvSpPr>
        <p:spPr>
          <a:xfrm>
            <a:off x="7333671" y="1600200"/>
            <a:ext cx="2183039" cy="4206240"/>
          </a:xfrm>
          <a:prstGeom prst="roundRect">
            <a:avLst>
              <a:gd name="adj" fmla="val 7000"/>
            </a:avLst>
          </a:prstGeom>
          <a:solidFill>
            <a:schemeClr val="bg1"/>
          </a:solidFill>
          <a:ln>
            <a:noFill/>
          </a:ln>
          <a:effectLst/>
        </p:spPr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21" name="Rounded Rectangle 20"/>
          <p:cNvSpPr/>
          <p:nvPr/>
        </p:nvSpPr>
        <p:spPr>
          <a:xfrm>
            <a:off x="7589703" y="1874520"/>
            <a:ext cx="1005840" cy="1005840"/>
          </a:xfrm>
          <a:prstGeom prst="roundRect">
            <a:avLst>
              <a:gd name="adj" fmla="val 22000"/>
            </a:avLst>
          </a:prstGeom>
          <a:solidFill>
            <a:schemeClr val="accent2"/>
          </a:solidFill>
          <a:ln>
            <a:noFill/>
          </a:ln>
          <a:effectLst/>
        </p:spPr>
        <p:txBody>
          <a:bodyPr lIns="0" tIns="0" rIns="0" bIns="0" rtlCol="0" anchor="ctr"/>
          <a:lstStyle/>
          <a:p>
            <a:pPr algn="ctr"/>
            <a:endParaRPr/>
          </a:p>
        </p:txBody>
      </p:sp>
      <p:pic>
        <p:nvPicPr>
          <p:cNvPr id="22" name="Иконка: кошелёк" descr="Иконка: кошелёк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790871" y="2075688"/>
            <a:ext cx="603504" cy="603504"/>
          </a:xfrm>
          <a:prstGeom prst="rect">
            <a:avLst/>
          </a:prstGeom>
        </p:spPr>
      </p:pic>
      <p:sp>
        <p:nvSpPr>
          <p:cNvPr id="23" name="Роль 4"/>
          <p:cNvSpPr txBox="1"/>
          <p:nvPr/>
        </p:nvSpPr>
        <p:spPr>
          <a:xfrm>
            <a:off x="7589703" y="3154680"/>
            <a:ext cx="1725839" cy="56692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0" indent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500" b="1">
                <a:solidFill>
                  <a:schemeClr val="accent1"/>
                </a:solidFill>
              </a:rPr>
              <a:t>Финансист</a:t>
            </a:r>
          </a:p>
        </p:txBody>
      </p:sp>
      <p:sp>
        <p:nvSpPr>
          <p:cNvPr id="24" name="Вопрос 4"/>
          <p:cNvSpPr txBox="1"/>
          <p:nvPr/>
        </p:nvSpPr>
        <p:spPr>
          <a:xfrm>
            <a:off x="7589703" y="3813048"/>
            <a:ext cx="1817279" cy="18288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200" b="1">
                <a:solidFill>
                  <a:schemeClr val="accent6"/>
                </a:solidFill>
              </a:rPr>
              <a:t>Покупка или аренда, когда окупится?</a:t>
            </a:r>
          </a:p>
        </p:txBody>
      </p:sp>
      <p:sp>
        <p:nvSpPr>
          <p:cNvPr id="25" name="Карточка роли 5"/>
          <p:cNvSpPr/>
          <p:nvPr/>
        </p:nvSpPr>
        <p:spPr>
          <a:xfrm>
            <a:off x="9663013" y="1600200"/>
            <a:ext cx="2183039" cy="4206240"/>
          </a:xfrm>
          <a:prstGeom prst="roundRect">
            <a:avLst>
              <a:gd name="adj" fmla="val 7000"/>
            </a:avLst>
          </a:prstGeom>
          <a:solidFill>
            <a:schemeClr val="bg1"/>
          </a:solidFill>
          <a:ln>
            <a:noFill/>
          </a:ln>
          <a:effectLst/>
        </p:spPr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26" name="Rounded Rectangle 25"/>
          <p:cNvSpPr/>
          <p:nvPr/>
        </p:nvSpPr>
        <p:spPr>
          <a:xfrm>
            <a:off x="9919045" y="1874520"/>
            <a:ext cx="1005840" cy="1005840"/>
          </a:xfrm>
          <a:prstGeom prst="roundRect">
            <a:avLst>
              <a:gd name="adj" fmla="val 22000"/>
            </a:avLst>
          </a:prstGeom>
          <a:solidFill>
            <a:schemeClr val="accent2"/>
          </a:solidFill>
          <a:ln>
            <a:noFill/>
          </a:ln>
          <a:effectLst/>
        </p:spPr>
        <p:txBody>
          <a:bodyPr lIns="0" tIns="0" rIns="0" bIns="0" rtlCol="0" anchor="ctr"/>
          <a:lstStyle/>
          <a:p>
            <a:pPr algn="ctr"/>
            <a:endParaRPr/>
          </a:p>
        </p:txBody>
      </p:sp>
      <p:pic>
        <p:nvPicPr>
          <p:cNvPr id="27" name="Иконка: настройки" descr="Иконка: настройки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120213" y="2075688"/>
            <a:ext cx="603504" cy="603504"/>
          </a:xfrm>
          <a:prstGeom prst="rect">
            <a:avLst/>
          </a:prstGeom>
        </p:spPr>
      </p:pic>
      <p:sp>
        <p:nvSpPr>
          <p:cNvPr id="28" name="Роль 5"/>
          <p:cNvSpPr txBox="1"/>
          <p:nvPr/>
        </p:nvSpPr>
        <p:spPr>
          <a:xfrm>
            <a:off x="9919045" y="3154680"/>
            <a:ext cx="1725839" cy="56692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0" indent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500" b="1">
                <a:solidFill>
                  <a:schemeClr val="accent1"/>
                </a:solidFill>
              </a:rPr>
              <a:t>Администратор</a:t>
            </a:r>
          </a:p>
        </p:txBody>
      </p:sp>
      <p:sp>
        <p:nvSpPr>
          <p:cNvPr id="29" name="Вопрос 5"/>
          <p:cNvSpPr txBox="1"/>
          <p:nvPr/>
        </p:nvSpPr>
        <p:spPr>
          <a:xfrm>
            <a:off x="9919045" y="3813048"/>
            <a:ext cx="1817279" cy="18288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200" b="1">
                <a:solidFill>
                  <a:schemeClr val="accent6"/>
                </a:solidFill>
              </a:rPr>
              <a:t>Каталог и нормативы актуальны</a:t>
            </a:r>
          </a:p>
        </p:txBody>
      </p:sp>
      <p:sp>
        <p:nvSpPr>
          <p:cNvPr id="900027" name="Номер слайда 5"/>
          <p:cNvSpPr>
            <a:spLocks noGrp="1"/>
          </p:cNvSpPr>
          <p:nvPr>
            <p:ph type="sldNum" sz="quarter" idx="4"/>
          </p:nvPr>
        </p:nvSpPr>
        <p:spPr bwMode="auto"/>
        <p:txBody>
          <a:bodyPr vert="horz" lIns="91440" tIns="45720" rIns="91440" bIns="45720" rtlCol="0" anchor="ctr"/>
          <a:lstStyle/>
          <a:p>
            <a:pPr>
              <a:defRPr/>
            </a:pPr>
            <a:fld id="{52DCC5B9-D646-4B76-891F-6FF4E74E9CB4}" type="slidenum">
              <a:rPr lang="ru-RU" sz="1200">
                <a:solidFill>
                  <a:schemeClr val="bg1"/>
                </a:solidFill>
              </a:rPr>
              <a:t>6</a:t>
            </a:fld>
            <a:endParaRPr lang="ru-RU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лашка заголовка"/>
          <p:cNvSpPr/>
          <p:nvPr/>
        </p:nvSpPr>
        <p:spPr>
          <a:xfrm>
            <a:off x="345643" y="324612"/>
            <a:ext cx="3586456" cy="620878"/>
          </a:xfrm>
          <a:prstGeom prst="roundRect">
            <a:avLst>
              <a:gd name="adj" fmla="val 18706"/>
            </a:avLst>
          </a:prstGeom>
          <a:solidFill>
            <a:schemeClr val="accent1"/>
          </a:solidFill>
          <a:ln>
            <a:noFill/>
          </a:ln>
          <a:effectLst/>
        </p:spPr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510235" y="324612"/>
            <a:ext cx="3348712" cy="620878"/>
          </a:xfrm>
        </p:spPr>
        <p:txBody>
          <a:bodyPr wrap="square" lIns="18288" tIns="0" rIns="0" bIns="18288" anchor="ctr">
            <a:noAutofit/>
          </a:bodyPr>
          <a:lstStyle/>
          <a:p>
            <a:pPr marL="0" indent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000" b="1">
                <a:solidFill>
                  <a:schemeClr val="bg1"/>
                </a:solidFill>
              </a:rPr>
              <a:t>ПУТЬ ПОЛЬЗОВАТЕЛЯ</a:t>
            </a:r>
          </a:p>
        </p:txBody>
      </p:sp>
      <p:sp>
        <p:nvSpPr>
          <p:cNvPr id="5" name="Объект Склад"/>
          <p:cNvSpPr/>
          <p:nvPr/>
        </p:nvSpPr>
        <p:spPr>
          <a:xfrm>
            <a:off x="345643" y="1298448"/>
            <a:ext cx="3681070" cy="2331720"/>
          </a:xfrm>
          <a:prstGeom prst="roundRect">
            <a:avLst>
              <a:gd name="adj" fmla="val 8000"/>
            </a:avLst>
          </a:prstGeom>
          <a:solidFill>
            <a:schemeClr val="bg1"/>
          </a:solidFill>
          <a:ln>
            <a:noFill/>
          </a:ln>
          <a:effectLst/>
        </p:spPr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601675" y="1554480"/>
            <a:ext cx="749808" cy="749808"/>
          </a:xfrm>
          <a:prstGeom prst="roundRect">
            <a:avLst>
              <a:gd name="adj" fmla="val 22000"/>
            </a:avLst>
          </a:prstGeom>
          <a:solidFill>
            <a:schemeClr val="accent2"/>
          </a:solidFill>
          <a:ln>
            <a:noFill/>
          </a:ln>
          <a:effectLst/>
        </p:spPr>
        <p:txBody>
          <a:bodyPr lIns="0" tIns="0" rIns="0" bIns="0" rtlCol="0" anchor="ctr"/>
          <a:lstStyle/>
          <a:p>
            <a:pPr algn="ctr"/>
            <a:endParaRPr/>
          </a:p>
        </p:txBody>
      </p:sp>
      <p:pic>
        <p:nvPicPr>
          <p:cNvPr id="7" name="Иконка: склад" descr="Иконка: склад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4139" y="1696944"/>
            <a:ext cx="464881" cy="464881"/>
          </a:xfrm>
          <a:prstGeom prst="rect">
            <a:avLst/>
          </a:prstGeom>
        </p:spPr>
      </p:pic>
      <p:sp>
        <p:nvSpPr>
          <p:cNvPr id="8" name="Объект Склад"/>
          <p:cNvSpPr txBox="1"/>
          <p:nvPr/>
        </p:nvSpPr>
        <p:spPr>
          <a:xfrm>
            <a:off x="601675" y="2414016"/>
            <a:ext cx="3169006" cy="41148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000" b="1">
                <a:solidFill>
                  <a:schemeClr val="accent5"/>
                </a:solidFill>
              </a:rPr>
              <a:t>Склад</a:t>
            </a:r>
          </a:p>
        </p:txBody>
      </p:sp>
      <p:sp>
        <p:nvSpPr>
          <p:cNvPr id="9" name="Число процессов Склад"/>
          <p:cNvSpPr txBox="1"/>
          <p:nvPr/>
        </p:nvSpPr>
        <p:spPr>
          <a:xfrm>
            <a:off x="2837993" y="1408176"/>
            <a:ext cx="932688" cy="65836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indent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4000" b="1">
                <a:solidFill>
                  <a:schemeClr val="accent1"/>
                </a:solidFill>
              </a:rPr>
              <a:t>15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563673" y="2057400"/>
            <a:ext cx="1207008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0" indent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200" b="0">
                <a:solidFill>
                  <a:schemeClr val="accent5"/>
                </a:solidFill>
              </a:rPr>
              <a:t>процессов</a:t>
            </a:r>
          </a:p>
        </p:txBody>
      </p:sp>
      <p:sp>
        <p:nvSpPr>
          <p:cNvPr id="11" name="Процессы Склад"/>
          <p:cNvSpPr txBox="1"/>
          <p:nvPr/>
        </p:nvSpPr>
        <p:spPr>
          <a:xfrm>
            <a:off x="601675" y="2871216"/>
            <a:ext cx="3169006" cy="6400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0" indent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400" b="0">
                <a:solidFill>
                  <a:schemeClr val="tx2"/>
                </a:solidFill>
              </a:rPr>
              <a:t>перевозка паллет, комплектация, инвентаризация</a:t>
            </a:r>
          </a:p>
        </p:txBody>
      </p:sp>
      <p:sp>
        <p:nvSpPr>
          <p:cNvPr id="12" name="Объект Аэропорт"/>
          <p:cNvSpPr/>
          <p:nvPr/>
        </p:nvSpPr>
        <p:spPr>
          <a:xfrm>
            <a:off x="4255313" y="1298448"/>
            <a:ext cx="3681070" cy="2331720"/>
          </a:xfrm>
          <a:prstGeom prst="roundRect">
            <a:avLst>
              <a:gd name="adj" fmla="val 8000"/>
            </a:avLst>
          </a:prstGeom>
          <a:solidFill>
            <a:schemeClr val="bg1"/>
          </a:solidFill>
          <a:ln>
            <a:noFill/>
          </a:ln>
          <a:effectLst/>
        </p:spPr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4511345" y="1554480"/>
            <a:ext cx="749808" cy="749808"/>
          </a:xfrm>
          <a:prstGeom prst="roundRect">
            <a:avLst>
              <a:gd name="adj" fmla="val 22000"/>
            </a:avLst>
          </a:prstGeom>
          <a:solidFill>
            <a:schemeClr val="accent2"/>
          </a:solidFill>
          <a:ln>
            <a:noFill/>
          </a:ln>
          <a:effectLst/>
        </p:spPr>
        <p:txBody>
          <a:bodyPr lIns="0" tIns="0" rIns="0" bIns="0" rtlCol="0" anchor="ctr"/>
          <a:lstStyle/>
          <a:p>
            <a:pPr algn="ctr"/>
            <a:endParaRPr/>
          </a:p>
        </p:txBody>
      </p:sp>
      <p:pic>
        <p:nvPicPr>
          <p:cNvPr id="14" name="Иконка: самолёт" descr="Иконка: самолёт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53808" y="1696944"/>
            <a:ext cx="464881" cy="464881"/>
          </a:xfrm>
          <a:prstGeom prst="rect">
            <a:avLst/>
          </a:prstGeom>
        </p:spPr>
      </p:pic>
      <p:sp>
        <p:nvSpPr>
          <p:cNvPr id="15" name="Объект Аэропорт"/>
          <p:cNvSpPr txBox="1"/>
          <p:nvPr/>
        </p:nvSpPr>
        <p:spPr>
          <a:xfrm>
            <a:off x="4511345" y="2414016"/>
            <a:ext cx="3169006" cy="41148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000" b="1">
                <a:solidFill>
                  <a:schemeClr val="accent5"/>
                </a:solidFill>
              </a:rPr>
              <a:t>Аэропорт</a:t>
            </a:r>
          </a:p>
        </p:txBody>
      </p:sp>
      <p:sp>
        <p:nvSpPr>
          <p:cNvPr id="16" name="Число процессов Аэропорт"/>
          <p:cNvSpPr txBox="1"/>
          <p:nvPr/>
        </p:nvSpPr>
        <p:spPr>
          <a:xfrm>
            <a:off x="6747662" y="1408176"/>
            <a:ext cx="932688" cy="65836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indent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4000" b="1">
                <a:solidFill>
                  <a:schemeClr val="accent1"/>
                </a:solidFill>
              </a:rPr>
              <a:t>12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73342" y="2057400"/>
            <a:ext cx="1207008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0" indent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200" b="0">
                <a:solidFill>
                  <a:schemeClr val="accent5"/>
                </a:solidFill>
              </a:rPr>
              <a:t>процессов</a:t>
            </a:r>
          </a:p>
        </p:txBody>
      </p:sp>
      <p:sp>
        <p:nvSpPr>
          <p:cNvPr id="18" name="Процессы Аэропорт"/>
          <p:cNvSpPr txBox="1"/>
          <p:nvPr/>
        </p:nvSpPr>
        <p:spPr>
          <a:xfrm>
            <a:off x="4511345" y="2871216"/>
            <a:ext cx="3169006" cy="6400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0" indent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400" b="0">
                <a:solidFill>
                  <a:schemeClr val="tx2"/>
                </a:solidFill>
              </a:rPr>
              <a:t>багаж, перрон, уборка</a:t>
            </a:r>
          </a:p>
        </p:txBody>
      </p:sp>
      <p:sp>
        <p:nvSpPr>
          <p:cNvPr id="19" name="Объект Медучреждение"/>
          <p:cNvSpPr/>
          <p:nvPr/>
        </p:nvSpPr>
        <p:spPr>
          <a:xfrm>
            <a:off x="8164982" y="1298448"/>
            <a:ext cx="3681070" cy="2331720"/>
          </a:xfrm>
          <a:prstGeom prst="roundRect">
            <a:avLst>
              <a:gd name="adj" fmla="val 8000"/>
            </a:avLst>
          </a:prstGeom>
          <a:solidFill>
            <a:schemeClr val="bg1"/>
          </a:solidFill>
          <a:ln>
            <a:noFill/>
          </a:ln>
          <a:effectLst/>
        </p:spPr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20" name="Rounded Rectangle 19"/>
          <p:cNvSpPr/>
          <p:nvPr/>
        </p:nvSpPr>
        <p:spPr>
          <a:xfrm>
            <a:off x="8421014" y="1554480"/>
            <a:ext cx="749808" cy="749808"/>
          </a:xfrm>
          <a:prstGeom prst="roundRect">
            <a:avLst>
              <a:gd name="adj" fmla="val 22000"/>
            </a:avLst>
          </a:prstGeom>
          <a:solidFill>
            <a:schemeClr val="accent2"/>
          </a:solidFill>
          <a:ln>
            <a:noFill/>
          </a:ln>
          <a:effectLst/>
        </p:spPr>
        <p:txBody>
          <a:bodyPr lIns="0" tIns="0" rIns="0" bIns="0" rtlCol="0" anchor="ctr"/>
          <a:lstStyle/>
          <a:p>
            <a:pPr algn="ctr"/>
            <a:endParaRPr/>
          </a:p>
        </p:txBody>
      </p:sp>
      <p:pic>
        <p:nvPicPr>
          <p:cNvPr id="21" name="Иконка: больница" descr="Иконка: больница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563478" y="1696944"/>
            <a:ext cx="464881" cy="464881"/>
          </a:xfrm>
          <a:prstGeom prst="rect">
            <a:avLst/>
          </a:prstGeom>
        </p:spPr>
      </p:pic>
      <p:sp>
        <p:nvSpPr>
          <p:cNvPr id="22" name="Объект Медучреждение"/>
          <p:cNvSpPr txBox="1"/>
          <p:nvPr/>
        </p:nvSpPr>
        <p:spPr>
          <a:xfrm>
            <a:off x="8421014" y="2414016"/>
            <a:ext cx="3169006" cy="41148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000" b="1">
                <a:solidFill>
                  <a:schemeClr val="accent5"/>
                </a:solidFill>
              </a:rPr>
              <a:t>Медучреждение</a:t>
            </a:r>
          </a:p>
        </p:txBody>
      </p:sp>
      <p:sp>
        <p:nvSpPr>
          <p:cNvPr id="23" name="Число процессов Медучреждение"/>
          <p:cNvSpPr txBox="1"/>
          <p:nvPr/>
        </p:nvSpPr>
        <p:spPr>
          <a:xfrm>
            <a:off x="10657332" y="1408176"/>
            <a:ext cx="932688" cy="65836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indent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4000" b="1">
                <a:solidFill>
                  <a:schemeClr val="accent1"/>
                </a:solidFill>
              </a:rPr>
              <a:t>11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383012" y="2057400"/>
            <a:ext cx="1207008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0" indent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200" b="0">
                <a:solidFill>
                  <a:schemeClr val="accent5"/>
                </a:solidFill>
              </a:rPr>
              <a:t>процессов</a:t>
            </a:r>
          </a:p>
        </p:txBody>
      </p:sp>
      <p:sp>
        <p:nvSpPr>
          <p:cNvPr id="25" name="Процессы Медучреждение"/>
          <p:cNvSpPr txBox="1"/>
          <p:nvPr/>
        </p:nvSpPr>
        <p:spPr>
          <a:xfrm>
            <a:off x="8421014" y="2871216"/>
            <a:ext cx="3169006" cy="6400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0" indent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400" b="0">
                <a:solidFill>
                  <a:schemeClr val="tx2"/>
                </a:solidFill>
              </a:rPr>
              <a:t>лекарства, биоматериалы, дезинфекция</a:t>
            </a:r>
          </a:p>
        </p:txBody>
      </p:sp>
      <p:sp>
        <p:nvSpPr>
          <p:cNvPr id="26" name="Справочник"/>
          <p:cNvSpPr txBox="1"/>
          <p:nvPr/>
        </p:nvSpPr>
        <p:spPr>
          <a:xfrm>
            <a:off x="345643" y="3813048"/>
            <a:ext cx="11500409" cy="41148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800" b="1">
                <a:solidFill>
                  <a:schemeClr val="accent1"/>
                </a:solidFill>
              </a:rPr>
              <a:t>18</a:t>
            </a:r>
            <a:r>
              <a:rPr lang="ru-RU" sz="1800" b="0">
                <a:solidFill>
                  <a:schemeClr val="bg1"/>
                </a:solidFill>
              </a:rPr>
              <a:t> типов объектов  ·  </a:t>
            </a:r>
            <a:r>
              <a:rPr lang="ru-RU" sz="1800" b="1">
                <a:solidFill>
                  <a:schemeClr val="accent1"/>
                </a:solidFill>
              </a:rPr>
              <a:t>65</a:t>
            </a:r>
            <a:r>
              <a:rPr lang="ru-RU" sz="1800" b="0">
                <a:solidFill>
                  <a:schemeClr val="bg1"/>
                </a:solidFill>
              </a:rPr>
              <a:t> процессов  ·  </a:t>
            </a:r>
            <a:r>
              <a:rPr lang="ru-RU" sz="1800" b="1">
                <a:solidFill>
                  <a:schemeClr val="bg1"/>
                </a:solidFill>
              </a:rPr>
              <a:t>расширяется без кода</a:t>
            </a:r>
          </a:p>
        </p:txBody>
      </p:sp>
      <p:sp>
        <p:nvSpPr>
          <p:cNvPr id="27" name="Шаг 1"/>
          <p:cNvSpPr/>
          <p:nvPr/>
        </p:nvSpPr>
        <p:spPr>
          <a:xfrm>
            <a:off x="779983" y="4617720"/>
            <a:ext cx="868680" cy="731520"/>
          </a:xfrm>
          <a:prstGeom prst="roundRect">
            <a:avLst>
              <a:gd name="adj" fmla="val 16667"/>
            </a:avLst>
          </a:prstGeom>
          <a:noFill/>
          <a:ln w="19050">
            <a:solidFill>
              <a:schemeClr val="accent1"/>
            </a:solidFill>
          </a:ln>
          <a:effectLst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400" b="1">
                <a:solidFill>
                  <a:schemeClr val="bg1"/>
                </a:solidFill>
              </a:rPr>
              <a:t>1</a:t>
            </a:r>
          </a:p>
        </p:txBody>
      </p:sp>
      <p:sp>
        <p:nvSpPr>
          <p:cNvPr id="28" name="Подпись шага 1"/>
          <p:cNvSpPr txBox="1"/>
          <p:nvPr/>
        </p:nvSpPr>
        <p:spPr>
          <a:xfrm>
            <a:off x="345643" y="5495544"/>
            <a:ext cx="1737360" cy="3657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600" b="1">
                <a:solidFill>
                  <a:schemeClr val="bg1"/>
                </a:solidFill>
              </a:rPr>
              <a:t>Параметры</a:t>
            </a:r>
          </a:p>
        </p:txBody>
      </p:sp>
      <p:cxnSp>
        <p:nvCxnSpPr>
          <p:cNvPr id="29" name="Стрелка 1"/>
          <p:cNvCxnSpPr/>
          <p:nvPr/>
        </p:nvCxnSpPr>
        <p:spPr>
          <a:xfrm>
            <a:off x="1703527" y="4983480"/>
            <a:ext cx="648767" cy="0"/>
          </a:xfrm>
          <a:prstGeom prst="line">
            <a:avLst/>
          </a:prstGeom>
          <a:ln w="19050">
            <a:solidFill>
              <a:schemeClr val="accent1"/>
            </a:solidFill>
            <a:tailEnd type="triangle" w="med" len="med"/>
          </a:ln>
        </p:spPr>
      </p:cxnSp>
      <p:sp>
        <p:nvSpPr>
          <p:cNvPr id="30" name="Шаг 2"/>
          <p:cNvSpPr/>
          <p:nvPr/>
        </p:nvSpPr>
        <p:spPr>
          <a:xfrm>
            <a:off x="2407158" y="4617720"/>
            <a:ext cx="868680" cy="731520"/>
          </a:xfrm>
          <a:prstGeom prst="roundRect">
            <a:avLst>
              <a:gd name="adj" fmla="val 16667"/>
            </a:avLst>
          </a:prstGeom>
          <a:noFill/>
          <a:ln w="19050">
            <a:solidFill>
              <a:schemeClr val="accent1"/>
            </a:solidFill>
          </a:ln>
          <a:effectLst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400" b="1">
                <a:solidFill>
                  <a:schemeClr val="bg1"/>
                </a:solidFill>
              </a:rPr>
              <a:t>2</a:t>
            </a:r>
          </a:p>
        </p:txBody>
      </p:sp>
      <p:sp>
        <p:nvSpPr>
          <p:cNvPr id="31" name="Подпись шага 2"/>
          <p:cNvSpPr txBox="1"/>
          <p:nvPr/>
        </p:nvSpPr>
        <p:spPr>
          <a:xfrm>
            <a:off x="1972818" y="5495544"/>
            <a:ext cx="1737360" cy="3657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600" b="1">
                <a:solidFill>
                  <a:schemeClr val="bg1"/>
                </a:solidFill>
              </a:rPr>
              <a:t>Подбор</a:t>
            </a:r>
          </a:p>
        </p:txBody>
      </p:sp>
      <p:cxnSp>
        <p:nvCxnSpPr>
          <p:cNvPr id="32" name="Стрелка 2"/>
          <p:cNvCxnSpPr/>
          <p:nvPr/>
        </p:nvCxnSpPr>
        <p:spPr>
          <a:xfrm>
            <a:off x="3330702" y="4983480"/>
            <a:ext cx="648767" cy="0"/>
          </a:xfrm>
          <a:prstGeom prst="line">
            <a:avLst/>
          </a:prstGeom>
          <a:ln w="19050">
            <a:solidFill>
              <a:schemeClr val="accent1"/>
            </a:solidFill>
            <a:tailEnd type="triangle" w="med" len="med"/>
          </a:ln>
        </p:spPr>
      </p:cxnSp>
      <p:sp>
        <p:nvSpPr>
          <p:cNvPr id="33" name="Шаг 3"/>
          <p:cNvSpPr/>
          <p:nvPr/>
        </p:nvSpPr>
        <p:spPr>
          <a:xfrm>
            <a:off x="4034333" y="4617720"/>
            <a:ext cx="868680" cy="731520"/>
          </a:xfrm>
          <a:prstGeom prst="roundRect">
            <a:avLst>
              <a:gd name="adj" fmla="val 16667"/>
            </a:avLst>
          </a:prstGeom>
          <a:noFill/>
          <a:ln w="19050">
            <a:solidFill>
              <a:schemeClr val="accent1"/>
            </a:solidFill>
          </a:ln>
          <a:effectLst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400" b="1">
                <a:solidFill>
                  <a:schemeClr val="bg1"/>
                </a:solidFill>
              </a:rPr>
              <a:t>3</a:t>
            </a:r>
          </a:p>
        </p:txBody>
      </p:sp>
      <p:sp>
        <p:nvSpPr>
          <p:cNvPr id="34" name="Подпись шага 3"/>
          <p:cNvSpPr txBox="1"/>
          <p:nvPr/>
        </p:nvSpPr>
        <p:spPr>
          <a:xfrm>
            <a:off x="3599993" y="5495544"/>
            <a:ext cx="1737360" cy="3657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600" b="1">
                <a:solidFill>
                  <a:schemeClr val="bg1"/>
                </a:solidFill>
              </a:rPr>
              <a:t>Сравнение</a:t>
            </a:r>
          </a:p>
        </p:txBody>
      </p:sp>
      <p:cxnSp>
        <p:nvCxnSpPr>
          <p:cNvPr id="35" name="Стрелка 3"/>
          <p:cNvCxnSpPr/>
          <p:nvPr/>
        </p:nvCxnSpPr>
        <p:spPr>
          <a:xfrm>
            <a:off x="4957877" y="4983480"/>
            <a:ext cx="648767" cy="0"/>
          </a:xfrm>
          <a:prstGeom prst="line">
            <a:avLst/>
          </a:prstGeom>
          <a:ln w="19050">
            <a:solidFill>
              <a:schemeClr val="accent1"/>
            </a:solidFill>
            <a:tailEnd type="triangle" w="med" len="med"/>
          </a:ln>
        </p:spPr>
      </p:cxnSp>
      <p:sp>
        <p:nvSpPr>
          <p:cNvPr id="36" name="Шаг 4"/>
          <p:cNvSpPr/>
          <p:nvPr/>
        </p:nvSpPr>
        <p:spPr>
          <a:xfrm>
            <a:off x="5661508" y="4617720"/>
            <a:ext cx="868680" cy="731520"/>
          </a:xfrm>
          <a:prstGeom prst="roundRect">
            <a:avLst>
              <a:gd name="adj" fmla="val 16667"/>
            </a:avLst>
          </a:prstGeom>
          <a:noFill/>
          <a:ln w="19050">
            <a:solidFill>
              <a:schemeClr val="accent1"/>
            </a:solidFill>
          </a:ln>
          <a:effectLst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400" b="1">
                <a:solidFill>
                  <a:schemeClr val="bg1"/>
                </a:solidFill>
              </a:rPr>
              <a:t>4</a:t>
            </a:r>
          </a:p>
        </p:txBody>
      </p:sp>
      <p:sp>
        <p:nvSpPr>
          <p:cNvPr id="37" name="Подпись шага 4"/>
          <p:cNvSpPr txBox="1"/>
          <p:nvPr/>
        </p:nvSpPr>
        <p:spPr>
          <a:xfrm>
            <a:off x="5227168" y="5495544"/>
            <a:ext cx="1737360" cy="3657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600" b="1">
                <a:solidFill>
                  <a:schemeClr val="bg1"/>
                </a:solidFill>
              </a:rPr>
              <a:t>Экономика</a:t>
            </a:r>
          </a:p>
        </p:txBody>
      </p:sp>
      <p:cxnSp>
        <p:nvCxnSpPr>
          <p:cNvPr id="38" name="Стрелка 4"/>
          <p:cNvCxnSpPr/>
          <p:nvPr/>
        </p:nvCxnSpPr>
        <p:spPr>
          <a:xfrm>
            <a:off x="6585052" y="4983480"/>
            <a:ext cx="648766" cy="0"/>
          </a:xfrm>
          <a:prstGeom prst="line">
            <a:avLst/>
          </a:prstGeom>
          <a:ln w="19050">
            <a:solidFill>
              <a:schemeClr val="accent1"/>
            </a:solidFill>
            <a:tailEnd type="triangle" w="med" len="med"/>
          </a:ln>
        </p:spPr>
      </p:cxnSp>
      <p:sp>
        <p:nvSpPr>
          <p:cNvPr id="39" name="Шаг 5"/>
          <p:cNvSpPr/>
          <p:nvPr/>
        </p:nvSpPr>
        <p:spPr>
          <a:xfrm>
            <a:off x="7288682" y="4617720"/>
            <a:ext cx="868680" cy="731520"/>
          </a:xfrm>
          <a:prstGeom prst="roundRect">
            <a:avLst>
              <a:gd name="adj" fmla="val 16667"/>
            </a:avLst>
          </a:prstGeom>
          <a:noFill/>
          <a:ln w="19050">
            <a:solidFill>
              <a:schemeClr val="accent1"/>
            </a:solidFill>
          </a:ln>
          <a:effectLst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400" b="1">
                <a:solidFill>
                  <a:schemeClr val="bg1"/>
                </a:solidFill>
              </a:rPr>
              <a:t>5</a:t>
            </a:r>
          </a:p>
        </p:txBody>
      </p:sp>
      <p:sp>
        <p:nvSpPr>
          <p:cNvPr id="40" name="Подпись шага 5"/>
          <p:cNvSpPr txBox="1"/>
          <p:nvPr/>
        </p:nvSpPr>
        <p:spPr>
          <a:xfrm>
            <a:off x="6854342" y="5495544"/>
            <a:ext cx="1737360" cy="3657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600" b="1">
                <a:solidFill>
                  <a:schemeClr val="bg1"/>
                </a:solidFill>
              </a:rPr>
              <a:t>What-if</a:t>
            </a:r>
          </a:p>
        </p:txBody>
      </p:sp>
      <p:cxnSp>
        <p:nvCxnSpPr>
          <p:cNvPr id="41" name="Стрелка 5"/>
          <p:cNvCxnSpPr/>
          <p:nvPr/>
        </p:nvCxnSpPr>
        <p:spPr>
          <a:xfrm>
            <a:off x="8212226" y="4983480"/>
            <a:ext cx="648767" cy="0"/>
          </a:xfrm>
          <a:prstGeom prst="line">
            <a:avLst/>
          </a:prstGeom>
          <a:ln w="19050">
            <a:solidFill>
              <a:schemeClr val="accent1"/>
            </a:solidFill>
            <a:tailEnd type="triangle" w="med" len="med"/>
          </a:ln>
        </p:spPr>
      </p:cxnSp>
      <p:sp>
        <p:nvSpPr>
          <p:cNvPr id="42" name="Шаг 6"/>
          <p:cNvSpPr/>
          <p:nvPr/>
        </p:nvSpPr>
        <p:spPr>
          <a:xfrm>
            <a:off x="8915857" y="4617720"/>
            <a:ext cx="868680" cy="731520"/>
          </a:xfrm>
          <a:prstGeom prst="roundRect">
            <a:avLst>
              <a:gd name="adj" fmla="val 16667"/>
            </a:avLst>
          </a:prstGeom>
          <a:noFill/>
          <a:ln w="19050">
            <a:solidFill>
              <a:schemeClr val="accent1"/>
            </a:solidFill>
          </a:ln>
          <a:effectLst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400" b="1">
                <a:solidFill>
                  <a:schemeClr val="bg1"/>
                </a:solidFill>
              </a:rPr>
              <a:t>6</a:t>
            </a:r>
          </a:p>
        </p:txBody>
      </p:sp>
      <p:sp>
        <p:nvSpPr>
          <p:cNvPr id="43" name="Подпись шага 6"/>
          <p:cNvSpPr txBox="1"/>
          <p:nvPr/>
        </p:nvSpPr>
        <p:spPr>
          <a:xfrm>
            <a:off x="8481517" y="5495544"/>
            <a:ext cx="1737360" cy="3657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600" b="1">
                <a:solidFill>
                  <a:schemeClr val="bg1"/>
                </a:solidFill>
              </a:rPr>
              <a:t>Визуализация</a:t>
            </a:r>
          </a:p>
        </p:txBody>
      </p:sp>
      <p:cxnSp>
        <p:nvCxnSpPr>
          <p:cNvPr id="44" name="Стрелка 6"/>
          <p:cNvCxnSpPr/>
          <p:nvPr/>
        </p:nvCxnSpPr>
        <p:spPr>
          <a:xfrm>
            <a:off x="9839401" y="4983480"/>
            <a:ext cx="648767" cy="0"/>
          </a:xfrm>
          <a:prstGeom prst="line">
            <a:avLst/>
          </a:prstGeom>
          <a:ln w="19050">
            <a:solidFill>
              <a:schemeClr val="accent1"/>
            </a:solidFill>
            <a:tailEnd type="triangle" w="med" len="med"/>
          </a:ln>
        </p:spPr>
      </p:cxnSp>
      <p:sp>
        <p:nvSpPr>
          <p:cNvPr id="45" name="Шаг 7"/>
          <p:cNvSpPr/>
          <p:nvPr/>
        </p:nvSpPr>
        <p:spPr>
          <a:xfrm>
            <a:off x="10543032" y="4617720"/>
            <a:ext cx="868680" cy="731520"/>
          </a:xfrm>
          <a:prstGeom prst="roundRect">
            <a:avLst>
              <a:gd name="adj" fmla="val 16667"/>
            </a:avLst>
          </a:prstGeom>
          <a:noFill/>
          <a:ln w="19050">
            <a:solidFill>
              <a:schemeClr val="accent1"/>
            </a:solidFill>
          </a:ln>
          <a:effectLst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400" b="1">
                <a:solidFill>
                  <a:schemeClr val="bg1"/>
                </a:solidFill>
              </a:rPr>
              <a:t>7</a:t>
            </a:r>
          </a:p>
        </p:txBody>
      </p:sp>
      <p:sp>
        <p:nvSpPr>
          <p:cNvPr id="46" name="Подпись шага 7"/>
          <p:cNvSpPr txBox="1"/>
          <p:nvPr/>
        </p:nvSpPr>
        <p:spPr>
          <a:xfrm>
            <a:off x="10108692" y="5495544"/>
            <a:ext cx="1737360" cy="3657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600" b="1">
                <a:solidFill>
                  <a:schemeClr val="bg1"/>
                </a:solidFill>
              </a:rPr>
              <a:t>Отчёт</a:t>
            </a:r>
          </a:p>
        </p:txBody>
      </p:sp>
      <p:sp>
        <p:nvSpPr>
          <p:cNvPr id="900044" name="Номер слайда 5"/>
          <p:cNvSpPr>
            <a:spLocks noGrp="1"/>
          </p:cNvSpPr>
          <p:nvPr>
            <p:ph type="sldNum" sz="quarter" idx="4"/>
          </p:nvPr>
        </p:nvSpPr>
        <p:spPr bwMode="auto"/>
        <p:txBody>
          <a:bodyPr vert="horz" lIns="91440" tIns="45720" rIns="91440" bIns="45720" rtlCol="0" anchor="ctr"/>
          <a:lstStyle/>
          <a:p>
            <a:pPr>
              <a:defRPr/>
            </a:pPr>
            <a:fld id="{52DCC5B9-D646-4B76-891F-6FF4E74E9CB4}" type="slidenum">
              <a:rPr lang="ru-RU" sz="1200">
                <a:solidFill>
                  <a:schemeClr val="bg1"/>
                </a:solidFill>
              </a:rPr>
              <a:t>7</a:t>
            </a:fld>
            <a:endParaRPr lang="ru-RU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лашка заголовка"/>
          <p:cNvSpPr/>
          <p:nvPr/>
        </p:nvSpPr>
        <p:spPr>
          <a:xfrm>
            <a:off x="345643" y="324612"/>
            <a:ext cx="4113764" cy="620878"/>
          </a:xfrm>
          <a:prstGeom prst="roundRect">
            <a:avLst>
              <a:gd name="adj" fmla="val 18706"/>
            </a:avLst>
          </a:prstGeom>
          <a:solidFill>
            <a:schemeClr val="accent5"/>
          </a:solidFill>
          <a:ln>
            <a:noFill/>
          </a:ln>
          <a:effectLst/>
        </p:spPr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510235" y="324612"/>
            <a:ext cx="3876020" cy="620878"/>
          </a:xfrm>
        </p:spPr>
        <p:txBody>
          <a:bodyPr wrap="square" lIns="18288" tIns="0" rIns="0" bIns="18288" anchor="ctr">
            <a:noAutofit/>
          </a:bodyPr>
          <a:lstStyle/>
          <a:p>
            <a:pPr marL="0" indent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000" b="1">
                <a:solidFill>
                  <a:schemeClr val="bg1"/>
                </a:solidFill>
              </a:rPr>
              <a:t>АРХИТЕКТУРА И ДАННЫЕ</a:t>
            </a:r>
          </a:p>
        </p:txBody>
      </p:sp>
      <p:sp>
        <p:nvSpPr>
          <p:cNvPr id="5" name="Блок Браузер: Nuxt + имитация"/>
          <p:cNvSpPr/>
          <p:nvPr/>
        </p:nvSpPr>
        <p:spPr>
          <a:xfrm>
            <a:off x="345643" y="1389888"/>
            <a:ext cx="4983480" cy="868680"/>
          </a:xfrm>
          <a:prstGeom prst="roundRect">
            <a:avLst>
              <a:gd name="adj" fmla="val 16339"/>
            </a:avLst>
          </a:prstGeom>
          <a:solidFill>
            <a:schemeClr val="bg1"/>
          </a:solidFill>
          <a:ln w="9525">
            <a:solidFill>
              <a:schemeClr val="accent5"/>
            </a:solidFill>
          </a:ln>
          <a:effectLst>
            <a:outerShdw blurRad="137160" dist="27432" dir="5400000" algn="t" rotWithShape="0">
              <a:srgbClr val="1C1D22">
                <a:alpha val="12000"/>
              </a:srgbClr>
            </a:outerShdw>
          </a:effectLst>
        </p:spPr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510235" y="1527048"/>
            <a:ext cx="594360" cy="594360"/>
          </a:xfrm>
          <a:prstGeom prst="roundRect">
            <a:avLst>
              <a:gd name="adj" fmla="val 20000"/>
            </a:avLst>
          </a:prstGeom>
          <a:solidFill>
            <a:schemeClr val="accent2"/>
          </a:solidFill>
          <a:ln>
            <a:noFill/>
          </a:ln>
          <a:effectLst/>
        </p:spPr>
        <p:txBody>
          <a:bodyPr lIns="0" tIns="0" rIns="0" bIns="0" rtlCol="0" anchor="ctr"/>
          <a:lstStyle/>
          <a:p>
            <a:pPr algn="ctr"/>
            <a:endParaRPr/>
          </a:p>
        </p:txBody>
      </p:sp>
      <p:pic>
        <p:nvPicPr>
          <p:cNvPr id="7" name="Иконка: окно браузера" descr="Иконка: окно браузера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7220" y="1634033"/>
            <a:ext cx="380390" cy="38039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278331" y="1389888"/>
            <a:ext cx="3886200" cy="86868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800" b="1">
                <a:solidFill>
                  <a:schemeClr val="accent5"/>
                </a:solidFill>
              </a:rPr>
              <a:t>Браузер: Nuxt + имитация</a:t>
            </a:r>
          </a:p>
        </p:txBody>
      </p:sp>
      <p:cxnSp>
        <p:nvCxnSpPr>
          <p:cNvPr id="9" name="Поток 1"/>
          <p:cNvCxnSpPr/>
          <p:nvPr/>
        </p:nvCxnSpPr>
        <p:spPr>
          <a:xfrm>
            <a:off x="807415" y="2304288"/>
            <a:ext cx="0" cy="365760"/>
          </a:xfrm>
          <a:prstGeom prst="line">
            <a:avLst/>
          </a:prstGeom>
          <a:ln w="19050">
            <a:solidFill>
              <a:schemeClr val="accent1"/>
            </a:solidFill>
            <a:tailEnd type="triangle" w="med" len="med"/>
          </a:ln>
        </p:spPr>
      </p:cxnSp>
      <p:sp>
        <p:nvSpPr>
          <p:cNvPr id="10" name="Блок Traefik"/>
          <p:cNvSpPr/>
          <p:nvPr/>
        </p:nvSpPr>
        <p:spPr>
          <a:xfrm>
            <a:off x="345643" y="2715768"/>
            <a:ext cx="4983480" cy="868680"/>
          </a:xfrm>
          <a:prstGeom prst="roundRect">
            <a:avLst>
              <a:gd name="adj" fmla="val 16339"/>
            </a:avLst>
          </a:prstGeom>
          <a:solidFill>
            <a:schemeClr val="bg1"/>
          </a:solidFill>
          <a:ln w="9525">
            <a:solidFill>
              <a:schemeClr val="accent5"/>
            </a:solidFill>
          </a:ln>
          <a:effectLst>
            <a:outerShdw blurRad="137160" dist="27432" dir="5400000" algn="t" rotWithShape="0">
              <a:srgbClr val="1C1D22">
                <a:alpha val="12000"/>
              </a:srgbClr>
            </a:outerShdw>
          </a:effectLst>
        </p:spPr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510235" y="2852928"/>
            <a:ext cx="594360" cy="594360"/>
          </a:xfrm>
          <a:prstGeom prst="roundRect">
            <a:avLst>
              <a:gd name="adj" fmla="val 20000"/>
            </a:avLst>
          </a:prstGeom>
          <a:solidFill>
            <a:schemeClr val="accent2"/>
          </a:solidFill>
          <a:ln>
            <a:noFill/>
          </a:ln>
          <a:effectLst/>
        </p:spPr>
        <p:txBody>
          <a:bodyPr lIns="0" tIns="0" rIns="0" bIns="0" rtlCol="0" anchor="ctr"/>
          <a:lstStyle/>
          <a:p>
            <a:pPr algn="ctr"/>
            <a:endParaRPr/>
          </a:p>
        </p:txBody>
      </p:sp>
      <p:pic>
        <p:nvPicPr>
          <p:cNvPr id="12" name="Иконка: маршрутизация" descr="Иконка: маршрутизация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7220" y="2959913"/>
            <a:ext cx="380390" cy="38039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1278331" y="2715768"/>
            <a:ext cx="3886200" cy="86868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800" b="1">
                <a:solidFill>
                  <a:schemeClr val="accent5"/>
                </a:solidFill>
              </a:rPr>
              <a:t>Traefik</a:t>
            </a:r>
          </a:p>
        </p:txBody>
      </p:sp>
      <p:cxnSp>
        <p:nvCxnSpPr>
          <p:cNvPr id="14" name="Поток 2"/>
          <p:cNvCxnSpPr/>
          <p:nvPr/>
        </p:nvCxnSpPr>
        <p:spPr>
          <a:xfrm>
            <a:off x="807415" y="3630168"/>
            <a:ext cx="0" cy="365760"/>
          </a:xfrm>
          <a:prstGeom prst="line">
            <a:avLst/>
          </a:prstGeom>
          <a:ln w="19050">
            <a:solidFill>
              <a:schemeClr val="accent1"/>
            </a:solidFill>
            <a:tailEnd type="triangle" w="med" len="med"/>
          </a:ln>
        </p:spPr>
      </p:cxnSp>
      <p:sp>
        <p:nvSpPr>
          <p:cNvPr id="15" name="Блок FastAPI + воркер"/>
          <p:cNvSpPr/>
          <p:nvPr/>
        </p:nvSpPr>
        <p:spPr>
          <a:xfrm>
            <a:off x="345643" y="4041648"/>
            <a:ext cx="4983480" cy="868680"/>
          </a:xfrm>
          <a:prstGeom prst="roundRect">
            <a:avLst>
              <a:gd name="adj" fmla="val 16339"/>
            </a:avLst>
          </a:prstGeom>
          <a:solidFill>
            <a:schemeClr val="bg1"/>
          </a:solidFill>
          <a:ln w="9525">
            <a:solidFill>
              <a:schemeClr val="accent5"/>
            </a:solidFill>
          </a:ln>
          <a:effectLst>
            <a:outerShdw blurRad="137160" dist="27432" dir="5400000" algn="t" rotWithShape="0">
              <a:srgbClr val="1C1D22">
                <a:alpha val="12000"/>
              </a:srgbClr>
            </a:outerShdw>
          </a:effectLst>
        </p:spPr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510235" y="4178808"/>
            <a:ext cx="594360" cy="594360"/>
          </a:xfrm>
          <a:prstGeom prst="roundRect">
            <a:avLst>
              <a:gd name="adj" fmla="val 20000"/>
            </a:avLst>
          </a:prstGeom>
          <a:solidFill>
            <a:schemeClr val="accent2"/>
          </a:solidFill>
          <a:ln>
            <a:noFill/>
          </a:ln>
          <a:effectLst/>
        </p:spPr>
        <p:txBody>
          <a:bodyPr lIns="0" tIns="0" rIns="0" bIns="0" rtlCol="0" anchor="ctr"/>
          <a:lstStyle/>
          <a:p>
            <a:pPr algn="ctr"/>
            <a:endParaRPr/>
          </a:p>
        </p:txBody>
      </p:sp>
      <p:pic>
        <p:nvPicPr>
          <p:cNvPr id="17" name="Иконка: сервер" descr="Иконка: сервер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17220" y="4285793"/>
            <a:ext cx="380390" cy="38039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1278331" y="4041648"/>
            <a:ext cx="3886200" cy="86868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800" b="1">
                <a:solidFill>
                  <a:schemeClr val="accent5"/>
                </a:solidFill>
              </a:rPr>
              <a:t>FastAPI + воркер</a:t>
            </a:r>
          </a:p>
        </p:txBody>
      </p:sp>
      <p:cxnSp>
        <p:nvCxnSpPr>
          <p:cNvPr id="19" name="Поток 3"/>
          <p:cNvCxnSpPr/>
          <p:nvPr/>
        </p:nvCxnSpPr>
        <p:spPr>
          <a:xfrm>
            <a:off x="807415" y="4956048"/>
            <a:ext cx="0" cy="365760"/>
          </a:xfrm>
          <a:prstGeom prst="line">
            <a:avLst/>
          </a:prstGeom>
          <a:ln w="19050">
            <a:solidFill>
              <a:schemeClr val="accent1"/>
            </a:solidFill>
            <a:tailEnd type="triangle" w="med" len="med"/>
          </a:ln>
        </p:spPr>
      </p:cxnSp>
      <p:sp>
        <p:nvSpPr>
          <p:cNvPr id="20" name="Блок PostgreSQL"/>
          <p:cNvSpPr/>
          <p:nvPr/>
        </p:nvSpPr>
        <p:spPr>
          <a:xfrm>
            <a:off x="345643" y="5367528"/>
            <a:ext cx="4983480" cy="868680"/>
          </a:xfrm>
          <a:prstGeom prst="roundRect">
            <a:avLst>
              <a:gd name="adj" fmla="val 16339"/>
            </a:avLst>
          </a:prstGeom>
          <a:solidFill>
            <a:schemeClr val="bg1"/>
          </a:solidFill>
          <a:ln w="9525">
            <a:solidFill>
              <a:schemeClr val="accent5"/>
            </a:solidFill>
          </a:ln>
          <a:effectLst>
            <a:outerShdw blurRad="137160" dist="27432" dir="5400000" algn="t" rotWithShape="0">
              <a:srgbClr val="1C1D22">
                <a:alpha val="12000"/>
              </a:srgbClr>
            </a:outerShdw>
          </a:effectLst>
        </p:spPr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21" name="Rounded Rectangle 20"/>
          <p:cNvSpPr/>
          <p:nvPr/>
        </p:nvSpPr>
        <p:spPr>
          <a:xfrm>
            <a:off x="510235" y="5504688"/>
            <a:ext cx="594360" cy="594360"/>
          </a:xfrm>
          <a:prstGeom prst="roundRect">
            <a:avLst>
              <a:gd name="adj" fmla="val 20000"/>
            </a:avLst>
          </a:prstGeom>
          <a:solidFill>
            <a:schemeClr val="accent2"/>
          </a:solidFill>
          <a:ln>
            <a:noFill/>
          </a:ln>
          <a:effectLst/>
        </p:spPr>
        <p:txBody>
          <a:bodyPr lIns="0" tIns="0" rIns="0" bIns="0" rtlCol="0" anchor="ctr"/>
          <a:lstStyle/>
          <a:p>
            <a:pPr algn="ctr"/>
            <a:endParaRPr/>
          </a:p>
        </p:txBody>
      </p:sp>
      <p:pic>
        <p:nvPicPr>
          <p:cNvPr id="22" name="Иконка: база данных" descr="Иконка: база данных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17220" y="5611673"/>
            <a:ext cx="380390" cy="380390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1278331" y="5367528"/>
            <a:ext cx="3886200" cy="86868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800" b="1">
                <a:solidFill>
                  <a:schemeClr val="accent5"/>
                </a:solidFill>
              </a:rPr>
              <a:t>PostgreSQL</a:t>
            </a:r>
          </a:p>
        </p:txBody>
      </p:sp>
      <p:sp>
        <p:nvSpPr>
          <p:cNvPr id="24" name="Цифра роботов"/>
          <p:cNvSpPr txBox="1"/>
          <p:nvPr/>
        </p:nvSpPr>
        <p:spPr>
          <a:xfrm>
            <a:off x="5760720" y="1188720"/>
            <a:ext cx="1521333" cy="731520"/>
          </a:xfrm>
          <a:prstGeom prst="rect">
            <a:avLst/>
          </a:prstGeom>
          <a:noFill/>
        </p:spPr>
        <p:txBody>
          <a:bodyPr wrap="square" lIns="0" tIns="0" rIns="0" bIns="0" anchor="b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4400" b="1">
                <a:solidFill>
                  <a:schemeClr val="accent1"/>
                </a:solidFill>
              </a:rPr>
              <a:t>555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760720" y="1938528"/>
            <a:ext cx="1521333" cy="3200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400" b="1">
                <a:solidFill>
                  <a:schemeClr val="accent5"/>
                </a:solidFill>
              </a:rPr>
              <a:t>роботов</a:t>
            </a:r>
          </a:p>
        </p:txBody>
      </p:sp>
      <p:sp>
        <p:nvSpPr>
          <p:cNvPr id="26" name="Цифра источников"/>
          <p:cNvSpPr txBox="1"/>
          <p:nvPr/>
        </p:nvSpPr>
        <p:spPr>
          <a:xfrm>
            <a:off x="7282053" y="1188720"/>
            <a:ext cx="1521333" cy="731520"/>
          </a:xfrm>
          <a:prstGeom prst="rect">
            <a:avLst/>
          </a:prstGeom>
          <a:noFill/>
        </p:spPr>
        <p:txBody>
          <a:bodyPr wrap="square" lIns="0" tIns="0" rIns="0" bIns="0" anchor="b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4400" b="1">
                <a:solidFill>
                  <a:schemeClr val="accent1"/>
                </a:solidFill>
              </a:rPr>
              <a:t>605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282053" y="1938528"/>
            <a:ext cx="1521333" cy="3200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400" b="1">
                <a:solidFill>
                  <a:schemeClr val="accent5"/>
                </a:solidFill>
              </a:rPr>
              <a:t>источников</a:t>
            </a:r>
          </a:p>
        </p:txBody>
      </p:sp>
      <p:sp>
        <p:nvSpPr>
          <p:cNvPr id="28" name="Цифра парсера"/>
          <p:cNvSpPr txBox="1"/>
          <p:nvPr/>
        </p:nvSpPr>
        <p:spPr>
          <a:xfrm>
            <a:off x="8803386" y="1188720"/>
            <a:ext cx="1521333" cy="731520"/>
          </a:xfrm>
          <a:prstGeom prst="rect">
            <a:avLst/>
          </a:prstGeom>
          <a:noFill/>
        </p:spPr>
        <p:txBody>
          <a:bodyPr wrap="square" lIns="0" tIns="0" rIns="0" bIns="0" anchor="b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4400" b="1">
                <a:solidFill>
                  <a:schemeClr val="accent1"/>
                </a:solidFill>
              </a:rPr>
              <a:t>3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803386" y="1938528"/>
            <a:ext cx="1521333" cy="3200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400" b="1" dirty="0" err="1">
                <a:solidFill>
                  <a:schemeClr val="accent5"/>
                </a:solidFill>
              </a:rPr>
              <a:t>автопарсера</a:t>
            </a:r>
            <a:endParaRPr lang="ru-RU" sz="1400" b="1" dirty="0">
              <a:solidFill>
                <a:schemeClr val="accent5"/>
              </a:solidFill>
            </a:endParaRPr>
          </a:p>
        </p:txBody>
      </p:sp>
      <p:sp>
        <p:nvSpPr>
          <p:cNvPr id="30" name="Цифра достоверность"/>
          <p:cNvSpPr txBox="1"/>
          <p:nvPr/>
        </p:nvSpPr>
        <p:spPr>
          <a:xfrm>
            <a:off x="10324719" y="1188720"/>
            <a:ext cx="1521333" cy="731520"/>
          </a:xfrm>
          <a:prstGeom prst="rect">
            <a:avLst/>
          </a:prstGeom>
          <a:noFill/>
        </p:spPr>
        <p:txBody>
          <a:bodyPr wrap="square" lIns="0" tIns="0" rIns="0" bIns="0" anchor="b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4400" b="1">
                <a:solidFill>
                  <a:schemeClr val="accent1"/>
                </a:solidFill>
              </a:rPr>
              <a:t>A–D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324719" y="1938528"/>
            <a:ext cx="1521333" cy="3200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400" b="1">
                <a:solidFill>
                  <a:schemeClr val="accent5"/>
                </a:solidFill>
              </a:rPr>
              <a:t>достоверность</a:t>
            </a:r>
          </a:p>
        </p:txBody>
      </p:sp>
      <p:pic>
        <p:nvPicPr>
          <p:cNvPr id="32" name="Скриншот карточки робота" descr="Карточка робота в каталоге с источниками значений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760720" y="2432876"/>
            <a:ext cx="6085332" cy="3803332"/>
          </a:xfrm>
          <a:prstGeom prst="roundRect">
            <a:avLst>
              <a:gd name="adj" fmla="val 3000"/>
            </a:avLst>
          </a:prstGeom>
          <a:ln w="9525">
            <a:solidFill>
              <a:srgbClr val="E5E7E9"/>
            </a:solidFill>
          </a:ln>
          <a:effectLst>
            <a:outerShdw blurRad="201168" dist="45720" dir="5400000" algn="t" rotWithShape="0">
              <a:srgbClr val="1C1D22">
                <a:alpha val="30000"/>
              </a:srgbClr>
            </a:outerShdw>
          </a:effectLst>
        </p:spPr>
      </p:pic>
      <p:sp>
        <p:nvSpPr>
          <p:cNvPr id="900030" name="Номер слайда 5"/>
          <p:cNvSpPr>
            <a:spLocks noGrp="1"/>
          </p:cNvSpPr>
          <p:nvPr>
            <p:ph type="sldNum" sz="quarter" idx="4"/>
          </p:nvPr>
        </p:nvSpPr>
        <p:spPr bwMode="auto"/>
        <p:txBody>
          <a:bodyPr vert="horz" lIns="91440" tIns="45720" rIns="91440" bIns="45720" rtlCol="0" anchor="ctr"/>
          <a:lstStyle/>
          <a:p>
            <a:pPr>
              <a:defRPr/>
            </a:pPr>
            <a:fld id="{52DCC5B9-D646-4B76-891F-6FF4E74E9CB4}" type="slidenum">
              <a:rPr lang="ru-RU" sz="1200">
                <a:solidFill>
                  <a:schemeClr val="accent5"/>
                </a:solidFill>
              </a:rPr>
              <a:t>8</a:t>
            </a:fld>
            <a:endParaRPr lang="ru-RU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лашка заголовка"/>
          <p:cNvSpPr/>
          <p:nvPr/>
        </p:nvSpPr>
        <p:spPr>
          <a:xfrm>
            <a:off x="345642" y="324612"/>
            <a:ext cx="2323129" cy="620878"/>
          </a:xfrm>
          <a:prstGeom prst="roundRect">
            <a:avLst>
              <a:gd name="adj" fmla="val 18706"/>
            </a:avLst>
          </a:prstGeom>
          <a:solidFill>
            <a:schemeClr val="accent5"/>
          </a:solidFill>
          <a:ln>
            <a:noFill/>
          </a:ln>
          <a:effectLst/>
        </p:spPr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510235" y="324612"/>
            <a:ext cx="2061240" cy="620878"/>
          </a:xfrm>
        </p:spPr>
        <p:txBody>
          <a:bodyPr wrap="square" lIns="18288" tIns="0" rIns="0" bIns="18288" anchor="ctr">
            <a:noAutofit/>
          </a:bodyPr>
          <a:lstStyle/>
          <a:p>
            <a:pPr marL="0" indent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000" b="1" dirty="0">
                <a:solidFill>
                  <a:schemeClr val="bg1"/>
                </a:solidFill>
              </a:rPr>
              <a:t>4 </a:t>
            </a:r>
            <a:r>
              <a:rPr lang="ru-RU" dirty="0">
                <a:solidFill>
                  <a:schemeClr val="bg1"/>
                </a:solidFill>
              </a:rPr>
              <a:t>ПАРАМЕТРА</a:t>
            </a:r>
            <a:endParaRPr lang="ru-RU" sz="2000" b="1" dirty="0">
              <a:solidFill>
                <a:schemeClr val="bg1"/>
              </a:solidFill>
            </a:endParaRPr>
          </a:p>
        </p:txBody>
      </p:sp>
      <p:sp>
        <p:nvSpPr>
          <p:cNvPr id="5" name="Отличие 01"/>
          <p:cNvSpPr/>
          <p:nvPr/>
        </p:nvSpPr>
        <p:spPr>
          <a:xfrm>
            <a:off x="345643" y="1298448"/>
            <a:ext cx="5635904" cy="2382012"/>
          </a:xfrm>
          <a:prstGeom prst="roundRect">
            <a:avLst>
              <a:gd name="adj" fmla="val 7000"/>
            </a:avLst>
          </a:prstGeom>
          <a:solidFill>
            <a:schemeClr val="bg1"/>
          </a:solidFill>
          <a:ln w="9525">
            <a:solidFill>
              <a:schemeClr val="accent5"/>
            </a:solidFill>
          </a:ln>
          <a:effectLst/>
        </p:spPr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19963" y="1499616"/>
            <a:ext cx="731520" cy="54864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3000" b="1">
                <a:solidFill>
                  <a:schemeClr val="accent1"/>
                </a:solidFill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60043" y="1499616"/>
            <a:ext cx="4538624" cy="54864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indent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800" b="1">
                <a:solidFill>
                  <a:schemeClr val="accent5"/>
                </a:solidFill>
              </a:rPr>
              <a:t>Каждое число — с формулой</a:t>
            </a:r>
          </a:p>
        </p:txBody>
      </p:sp>
      <p:pic>
        <p:nvPicPr>
          <p:cNvPr id="8" name="Скриншот 16-economics.png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0402" b="20402"/>
          <a:stretch/>
        </p:blipFill>
        <p:spPr>
          <a:xfrm>
            <a:off x="619963" y="2208276"/>
            <a:ext cx="5087264" cy="1243584"/>
          </a:xfrm>
          <a:prstGeom prst="roundRect">
            <a:avLst>
              <a:gd name="adj" fmla="val 6000"/>
            </a:avLst>
          </a:prstGeom>
          <a:ln w="9525">
            <a:solidFill>
              <a:srgbClr val="E5E7E9"/>
            </a:solidFill>
          </a:ln>
          <a:effectLst>
            <a:outerShdw blurRad="201168" dist="45720" dir="5400000" algn="t" rotWithShape="0">
              <a:srgbClr val="1C1D22">
                <a:alpha val="30000"/>
              </a:srgbClr>
            </a:outerShdw>
          </a:effectLst>
        </p:spPr>
      </p:pic>
      <p:sp>
        <p:nvSpPr>
          <p:cNvPr id="9" name="Отличие 02"/>
          <p:cNvSpPr/>
          <p:nvPr/>
        </p:nvSpPr>
        <p:spPr>
          <a:xfrm>
            <a:off x="6210148" y="1298448"/>
            <a:ext cx="5635904" cy="2382012"/>
          </a:xfrm>
          <a:prstGeom prst="roundRect">
            <a:avLst>
              <a:gd name="adj" fmla="val 7000"/>
            </a:avLst>
          </a:prstGeom>
          <a:solidFill>
            <a:schemeClr val="bg1"/>
          </a:solidFill>
          <a:ln w="9525">
            <a:solidFill>
              <a:schemeClr val="accent5"/>
            </a:solidFill>
          </a:ln>
          <a:effectLst/>
        </p:spPr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484468" y="1499616"/>
            <a:ext cx="731520" cy="54864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3000" b="1">
                <a:solidFill>
                  <a:schemeClr val="accent1"/>
                </a:solidFill>
              </a:rP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124548" y="1499616"/>
            <a:ext cx="4538624" cy="54864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indent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800" b="1">
                <a:solidFill>
                  <a:schemeClr val="accent5"/>
                </a:solidFill>
              </a:rPr>
              <a:t>Каждый вердикт — с причиной</a:t>
            </a:r>
          </a:p>
        </p:txBody>
      </p:sp>
      <p:pic>
        <p:nvPicPr>
          <p:cNvPr id="12" name="Скриншот 14-match.png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667" r="13667"/>
          <a:stretch/>
        </p:blipFill>
        <p:spPr>
          <a:xfrm>
            <a:off x="6484468" y="2208276"/>
            <a:ext cx="5087264" cy="1243584"/>
          </a:xfrm>
          <a:prstGeom prst="roundRect">
            <a:avLst>
              <a:gd name="adj" fmla="val 6000"/>
            </a:avLst>
          </a:prstGeom>
          <a:ln w="9525">
            <a:solidFill>
              <a:srgbClr val="E5E7E9"/>
            </a:solidFill>
          </a:ln>
          <a:effectLst>
            <a:outerShdw blurRad="201168" dist="45720" dir="5400000" algn="t" rotWithShape="0">
              <a:srgbClr val="1C1D22">
                <a:alpha val="30000"/>
              </a:srgbClr>
            </a:outerShdw>
          </a:effectLst>
        </p:spPr>
      </p:pic>
      <p:sp>
        <p:nvSpPr>
          <p:cNvPr id="13" name="Отличие 03"/>
          <p:cNvSpPr/>
          <p:nvPr/>
        </p:nvSpPr>
        <p:spPr>
          <a:xfrm>
            <a:off x="345643" y="3909060"/>
            <a:ext cx="5635904" cy="2382012"/>
          </a:xfrm>
          <a:prstGeom prst="roundRect">
            <a:avLst>
              <a:gd name="adj" fmla="val 7000"/>
            </a:avLst>
          </a:prstGeom>
          <a:solidFill>
            <a:schemeClr val="bg1"/>
          </a:solidFill>
          <a:ln w="9525">
            <a:solidFill>
              <a:schemeClr val="accent5"/>
            </a:solidFill>
          </a:ln>
          <a:effectLst/>
        </p:spPr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19963" y="4110228"/>
            <a:ext cx="731520" cy="54864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3000" b="1">
                <a:solidFill>
                  <a:schemeClr val="accent1"/>
                </a:solidFill>
              </a:rPr>
              <a:t>03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60043" y="4110228"/>
            <a:ext cx="4538624" cy="54864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indent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800" b="1">
                <a:solidFill>
                  <a:schemeClr val="accent5"/>
                </a:solidFill>
              </a:rPr>
              <a:t>Расчёт проверяется имитацией</a:t>
            </a:r>
          </a:p>
        </p:txBody>
      </p:sp>
      <p:pic>
        <p:nvPicPr>
          <p:cNvPr id="16" name="Скриншот 18-plan.png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6695" b="26695"/>
          <a:stretch/>
        </p:blipFill>
        <p:spPr>
          <a:xfrm>
            <a:off x="619963" y="4818888"/>
            <a:ext cx="5087264" cy="1243584"/>
          </a:xfrm>
          <a:prstGeom prst="roundRect">
            <a:avLst>
              <a:gd name="adj" fmla="val 6000"/>
            </a:avLst>
          </a:prstGeom>
          <a:ln w="9525">
            <a:solidFill>
              <a:srgbClr val="E5E7E9"/>
            </a:solidFill>
          </a:ln>
          <a:effectLst>
            <a:outerShdw blurRad="201168" dist="45720" dir="5400000" algn="t" rotWithShape="0">
              <a:srgbClr val="1C1D22">
                <a:alpha val="30000"/>
              </a:srgbClr>
            </a:outerShdw>
          </a:effectLst>
        </p:spPr>
      </p:pic>
      <p:sp>
        <p:nvSpPr>
          <p:cNvPr id="17" name="Отличие 04"/>
          <p:cNvSpPr/>
          <p:nvPr/>
        </p:nvSpPr>
        <p:spPr>
          <a:xfrm>
            <a:off x="6210148" y="3909060"/>
            <a:ext cx="5635904" cy="2382012"/>
          </a:xfrm>
          <a:prstGeom prst="roundRect">
            <a:avLst>
              <a:gd name="adj" fmla="val 7000"/>
            </a:avLst>
          </a:prstGeom>
          <a:solidFill>
            <a:schemeClr val="bg1"/>
          </a:solidFill>
          <a:ln w="9525">
            <a:solidFill>
              <a:schemeClr val="accent5"/>
            </a:solidFill>
          </a:ln>
          <a:effectLst/>
        </p:spPr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484468" y="4110228"/>
            <a:ext cx="731520" cy="54864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3000" b="1">
                <a:solidFill>
                  <a:schemeClr val="accent1"/>
                </a:solidFill>
              </a:rPr>
              <a:t>04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124548" y="4110228"/>
            <a:ext cx="4538624" cy="54864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indent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800" b="1" dirty="0">
                <a:solidFill>
                  <a:schemeClr val="accent5"/>
                </a:solidFill>
              </a:rPr>
              <a:t>Расчет по необходимым процессам</a:t>
            </a:r>
          </a:p>
        </p:txBody>
      </p:sp>
      <p:sp>
        <p:nvSpPr>
          <p:cNvPr id="20" name="Терминал"/>
          <p:cNvSpPr/>
          <p:nvPr/>
        </p:nvSpPr>
        <p:spPr>
          <a:xfrm>
            <a:off x="6484468" y="4818888"/>
            <a:ext cx="5087264" cy="1243584"/>
          </a:xfrm>
          <a:prstGeom prst="roundRect">
            <a:avLst>
              <a:gd name="adj" fmla="val 6000"/>
            </a:avLst>
          </a:prstGeom>
          <a:solidFill>
            <a:schemeClr val="tx2"/>
          </a:solidFill>
          <a:ln>
            <a:noFill/>
          </a:ln>
          <a:effectLst>
            <a:outerShdw blurRad="201168" dist="45720" dir="5400000" algn="t" rotWithShape="0">
              <a:srgbClr val="1C1D22">
                <a:alpha val="30000"/>
              </a:srgbClr>
            </a:outerShdw>
          </a:effectLst>
        </p:spPr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21" name="Oval 20"/>
          <p:cNvSpPr/>
          <p:nvPr/>
        </p:nvSpPr>
        <p:spPr>
          <a:xfrm>
            <a:off x="6667348" y="4974336"/>
            <a:ext cx="100584" cy="100584"/>
          </a:xfrm>
          <a:prstGeom prst="ellipse">
            <a:avLst/>
          </a:prstGeom>
          <a:solidFill>
            <a:schemeClr val="accent1"/>
          </a:solidFill>
          <a:ln>
            <a:noFill/>
          </a:ln>
          <a:effectLst/>
        </p:spPr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22" name="Oval 21"/>
          <p:cNvSpPr/>
          <p:nvPr/>
        </p:nvSpPr>
        <p:spPr>
          <a:xfrm>
            <a:off x="6850228" y="4974336"/>
            <a:ext cx="100584" cy="100584"/>
          </a:xfrm>
          <a:prstGeom prst="ellipse">
            <a:avLst/>
          </a:prstGeom>
          <a:solidFill>
            <a:schemeClr val="accent2"/>
          </a:solidFill>
          <a:ln>
            <a:noFill/>
          </a:ln>
          <a:effectLst/>
        </p:spPr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23" name="Oval 22"/>
          <p:cNvSpPr/>
          <p:nvPr/>
        </p:nvSpPr>
        <p:spPr>
          <a:xfrm>
            <a:off x="7033108" y="4974336"/>
            <a:ext cx="100584" cy="100584"/>
          </a:xfrm>
          <a:prstGeom prst="ellipse">
            <a:avLst/>
          </a:prstGeom>
          <a:solidFill>
            <a:schemeClr val="accent4"/>
          </a:solidFill>
          <a:ln>
            <a:noFill/>
          </a:ln>
          <a:effectLst/>
        </p:spPr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25" name="Курсор"/>
          <p:cNvSpPr/>
          <p:nvPr/>
        </p:nvSpPr>
        <p:spPr>
          <a:xfrm>
            <a:off x="10272251" y="5426964"/>
            <a:ext cx="146304" cy="310896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900023" name="Номер слайда 5"/>
          <p:cNvSpPr>
            <a:spLocks noGrp="1"/>
          </p:cNvSpPr>
          <p:nvPr>
            <p:ph type="sldNum" sz="quarter" idx="4"/>
          </p:nvPr>
        </p:nvSpPr>
        <p:spPr bwMode="auto"/>
        <p:txBody>
          <a:bodyPr vert="horz" lIns="91440" tIns="45720" rIns="91440" bIns="45720" rtlCol="0" anchor="ctr"/>
          <a:lstStyle/>
          <a:p>
            <a:pPr>
              <a:defRPr/>
            </a:pPr>
            <a:fld id="{52DCC5B9-D646-4B76-891F-6FF4E74E9CB4}" type="slidenum">
              <a:rPr lang="ru-RU" sz="1200">
                <a:solidFill>
                  <a:schemeClr val="accent5"/>
                </a:solidFill>
              </a:rPr>
              <a:t>9</a:t>
            </a:fld>
            <a:endParaRPr lang="ru-RU"/>
          </a:p>
        </p:txBody>
      </p:sp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397E798F-1BB3-56C9-BA45-52064916CC6B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484466" y="4603036"/>
            <a:ext cx="5087265" cy="1459435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Фон: скриншот параметров" descr="Экран «Параметры объекта»"/>
          <p:cNvPicPr>
            <a:picLocks noChangeAspect="1"/>
          </p:cNvPicPr>
          <p:nvPr/>
        </p:nvPicPr>
        <p:blipFill>
          <a:blip r:embed="rId4"/>
          <a:srcRect l="3056" t="15556" r="3056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5" name="Фон шаблона поверх скриншота" descr="Фон шаблона"/>
          <p:cNvPicPr>
            <a:picLocks noChangeAspect="1"/>
          </p:cNvPicPr>
          <p:nvPr/>
        </p:nvPicPr>
        <p:blipFill>
          <a:blip r:embed="rId3">
            <a:alphaModFix amt="92000"/>
          </a:blip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685800" y="2926080"/>
            <a:ext cx="7315200" cy="1463040"/>
          </a:xfrm>
        </p:spPr>
        <p:txBody>
          <a:bodyPr wrap="square" lIns="0" tIns="0" rIns="0" bIns="0" anchor="b">
            <a:noAutofit/>
          </a:bodyPr>
          <a:lstStyle/>
          <a:p>
            <a:pPr marL="0" indent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9600" b="1" dirty="0">
                <a:solidFill>
                  <a:schemeClr val="bg1"/>
                </a:solidFill>
              </a:rPr>
              <a:t>ДЕМО</a:t>
            </a:r>
          </a:p>
        </p:txBody>
      </p:sp>
      <p:pic>
        <p:nvPicPr>
          <p:cNvPr id="6" name="Логотипы" descr="Логотипы организаторов конкурса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53098" y="301752"/>
            <a:ext cx="4984394" cy="412394"/>
          </a:xfrm>
          <a:prstGeom prst="rect">
            <a:avLst/>
          </a:prstGeom>
        </p:spPr>
      </p:pic>
      <p:sp>
        <p:nvSpPr>
          <p:cNvPr id="7" name="Чип Склад Внуково-Юг"/>
          <p:cNvSpPr/>
          <p:nvPr/>
        </p:nvSpPr>
        <p:spPr>
          <a:xfrm>
            <a:off x="731520" y="4617720"/>
            <a:ext cx="3151108" cy="566928"/>
          </a:xfrm>
          <a:prstGeom prst="roundRect">
            <a:avLst>
              <a:gd name="adj" fmla="val 50000"/>
            </a:avLst>
          </a:prstGeom>
          <a:solidFill>
            <a:schemeClr val="accent6"/>
          </a:solidFill>
          <a:ln w="19050">
            <a:solidFill>
              <a:schemeClr val="accent1"/>
            </a:solidFill>
          </a:ln>
          <a:effectLst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000" b="1">
                <a:solidFill>
                  <a:schemeClr val="bg1"/>
                </a:solidFill>
              </a:rPr>
              <a:t>Склад Внуково-Юг</a:t>
            </a:r>
          </a:p>
        </p:txBody>
      </p:sp>
      <p:sp>
        <p:nvSpPr>
          <p:cNvPr id="8" name="Чип 20 000 м²"/>
          <p:cNvSpPr/>
          <p:nvPr/>
        </p:nvSpPr>
        <p:spPr>
          <a:xfrm>
            <a:off x="4065508" y="4617720"/>
            <a:ext cx="1848346" cy="566928"/>
          </a:xfrm>
          <a:prstGeom prst="roundRect">
            <a:avLst>
              <a:gd name="adj" fmla="val 50000"/>
            </a:avLst>
          </a:prstGeom>
          <a:solidFill>
            <a:schemeClr val="accent6"/>
          </a:solidFill>
          <a:ln w="19050">
            <a:solidFill>
              <a:schemeClr val="accent1"/>
            </a:solidFill>
          </a:ln>
          <a:effectLst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000" b="1" dirty="0">
                <a:solidFill>
                  <a:schemeClr val="bg1"/>
                </a:solidFill>
              </a:rPr>
              <a:t>12 000 м²</a:t>
            </a:r>
          </a:p>
        </p:txBody>
      </p:sp>
      <p:sp>
        <p:nvSpPr>
          <p:cNvPr id="9" name="Чип 14 процессов"/>
          <p:cNvSpPr/>
          <p:nvPr/>
        </p:nvSpPr>
        <p:spPr>
          <a:xfrm>
            <a:off x="6096734" y="4617720"/>
            <a:ext cx="2374880" cy="566928"/>
          </a:xfrm>
          <a:prstGeom prst="roundRect">
            <a:avLst>
              <a:gd name="adj" fmla="val 50000"/>
            </a:avLst>
          </a:prstGeom>
          <a:solidFill>
            <a:schemeClr val="accent6"/>
          </a:solidFill>
          <a:ln w="19050">
            <a:solidFill>
              <a:schemeClr val="accent1"/>
            </a:solidFill>
          </a:ln>
          <a:effectLst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000" b="1">
                <a:solidFill>
                  <a:schemeClr val="bg1"/>
                </a:solidFill>
              </a:rPr>
              <a:t>14 процессов</a:t>
            </a:r>
          </a:p>
        </p:txBody>
      </p:sp>
      <p:sp>
        <p:nvSpPr>
          <p:cNvPr id="900007" name="Номер слайда 5"/>
          <p:cNvSpPr>
            <a:spLocks noGrp="1"/>
          </p:cNvSpPr>
          <p:nvPr>
            <p:ph type="sldNum" sz="quarter" idx="4"/>
          </p:nvPr>
        </p:nvSpPr>
        <p:spPr bwMode="auto"/>
        <p:txBody>
          <a:bodyPr vert="horz" lIns="91440" tIns="45720" rIns="91440" bIns="45720" rtlCol="0" anchor="ctr"/>
          <a:lstStyle/>
          <a:p>
            <a:pPr>
              <a:defRPr/>
            </a:pPr>
            <a:fld id="{52DCC5B9-D646-4B76-891F-6FF4E74E9CB4}" type="slidenum">
              <a:rPr lang="ru-RU" sz="1200">
                <a:solidFill>
                  <a:schemeClr val="bg1"/>
                </a:solidFill>
              </a:rPr>
              <a:t>10</a:t>
            </a:fld>
            <a:endParaRPr lang="ru-RU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лашка заголовка"/>
          <p:cNvSpPr/>
          <p:nvPr/>
        </p:nvSpPr>
        <p:spPr>
          <a:xfrm>
            <a:off x="345643" y="324612"/>
            <a:ext cx="5455648" cy="620878"/>
          </a:xfrm>
          <a:prstGeom prst="roundRect">
            <a:avLst>
              <a:gd name="adj" fmla="val 18706"/>
            </a:avLst>
          </a:prstGeom>
          <a:solidFill>
            <a:schemeClr val="accent5"/>
          </a:solidFill>
          <a:ln>
            <a:noFill/>
          </a:ln>
          <a:effectLst/>
        </p:spPr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510235" y="324612"/>
            <a:ext cx="5217904" cy="620878"/>
          </a:xfrm>
        </p:spPr>
        <p:txBody>
          <a:bodyPr wrap="square" lIns="18288" tIns="0" rIns="0" bIns="18288" anchor="ctr">
            <a:noAutofit/>
          </a:bodyPr>
          <a:lstStyle/>
          <a:p>
            <a:pPr marL="0" indent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000" b="1">
                <a:solidFill>
                  <a:schemeClr val="bg1"/>
                </a:solidFill>
              </a:rPr>
              <a:t>ПОДБОР: ПРАВИЛА, А НЕ ДОГАДКИ</a:t>
            </a:r>
          </a:p>
        </p:txBody>
      </p:sp>
      <p:sp>
        <p:nvSpPr>
          <p:cNvPr id="5" name="Подпись лестницы"/>
          <p:cNvSpPr txBox="1"/>
          <p:nvPr/>
        </p:nvSpPr>
        <p:spPr>
          <a:xfrm>
            <a:off x="345643" y="1298448"/>
            <a:ext cx="3657600" cy="36576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500" b="1">
                <a:solidFill>
                  <a:schemeClr val="accent5"/>
                </a:solidFill>
              </a:rPr>
              <a:t>На демо-складе</a:t>
            </a:r>
          </a:p>
        </p:txBody>
      </p:sp>
      <p:sp>
        <p:nvSpPr>
          <p:cNvPr id="6" name="Ступень Не подходит"/>
          <p:cNvSpPr/>
          <p:nvPr/>
        </p:nvSpPr>
        <p:spPr>
          <a:xfrm>
            <a:off x="345643" y="3081528"/>
            <a:ext cx="1520647" cy="1143000"/>
          </a:xfrm>
          <a:prstGeom prst="roundRect">
            <a:avLst>
              <a:gd name="adj" fmla="val 8000"/>
            </a:avLst>
          </a:prstGeom>
          <a:solidFill>
            <a:schemeClr val="accent1"/>
          </a:solidFill>
          <a:ln>
            <a:noFill/>
          </a:ln>
          <a:effectLst/>
        </p:spPr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7" name="Число Не подходит"/>
          <p:cNvSpPr txBox="1"/>
          <p:nvPr/>
        </p:nvSpPr>
        <p:spPr>
          <a:xfrm>
            <a:off x="491947" y="3191256"/>
            <a:ext cx="1292047" cy="56692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3400" b="1">
                <a:solidFill>
                  <a:schemeClr val="bg1"/>
                </a:solidFill>
              </a:rPr>
              <a:t>4</a:t>
            </a:r>
          </a:p>
        </p:txBody>
      </p:sp>
      <p:sp>
        <p:nvSpPr>
          <p:cNvPr id="8" name="Вердикт Не подходит"/>
          <p:cNvSpPr txBox="1"/>
          <p:nvPr/>
        </p:nvSpPr>
        <p:spPr>
          <a:xfrm>
            <a:off x="491947" y="3739896"/>
            <a:ext cx="1292047" cy="3657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400" b="1">
                <a:solidFill>
                  <a:schemeClr val="bg1"/>
                </a:solidFill>
              </a:rPr>
              <a:t>Не подходит</a:t>
            </a:r>
          </a:p>
        </p:txBody>
      </p:sp>
      <p:sp>
        <p:nvSpPr>
          <p:cNvPr id="9" name="Ступень Уточнить"/>
          <p:cNvSpPr/>
          <p:nvPr/>
        </p:nvSpPr>
        <p:spPr>
          <a:xfrm>
            <a:off x="1948586" y="2578608"/>
            <a:ext cx="1520647" cy="1645920"/>
          </a:xfrm>
          <a:prstGeom prst="roundRect">
            <a:avLst>
              <a:gd name="adj" fmla="val 8000"/>
            </a:avLst>
          </a:prstGeom>
          <a:solidFill>
            <a:schemeClr val="accent2"/>
          </a:solidFill>
          <a:ln w="12700">
            <a:solidFill>
              <a:schemeClr val="accent1"/>
            </a:solidFill>
          </a:ln>
          <a:effectLst/>
        </p:spPr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10" name="Число Уточнить"/>
          <p:cNvSpPr txBox="1"/>
          <p:nvPr/>
        </p:nvSpPr>
        <p:spPr>
          <a:xfrm>
            <a:off x="2094890" y="2688336"/>
            <a:ext cx="1292047" cy="56692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3400" b="1">
                <a:solidFill>
                  <a:schemeClr val="accent6"/>
                </a:solidFill>
              </a:rPr>
              <a:t>140</a:t>
            </a:r>
          </a:p>
        </p:txBody>
      </p:sp>
      <p:sp>
        <p:nvSpPr>
          <p:cNvPr id="11" name="Вердикт Уточнить"/>
          <p:cNvSpPr txBox="1"/>
          <p:nvPr/>
        </p:nvSpPr>
        <p:spPr>
          <a:xfrm>
            <a:off x="2094890" y="3236976"/>
            <a:ext cx="1292047" cy="3657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400" b="1">
                <a:solidFill>
                  <a:schemeClr val="accent6"/>
                </a:solidFill>
              </a:rPr>
              <a:t>Уточнить</a:t>
            </a:r>
          </a:p>
        </p:txBody>
      </p:sp>
      <p:sp>
        <p:nvSpPr>
          <p:cNvPr id="12" name="Ступень С условием"/>
          <p:cNvSpPr/>
          <p:nvPr/>
        </p:nvSpPr>
        <p:spPr>
          <a:xfrm>
            <a:off x="3551530" y="2075688"/>
            <a:ext cx="1520647" cy="2148840"/>
          </a:xfrm>
          <a:prstGeom prst="roundRect">
            <a:avLst>
              <a:gd name="adj" fmla="val 8000"/>
            </a:avLst>
          </a:prstGeom>
          <a:solidFill>
            <a:schemeClr val="accent4"/>
          </a:solidFill>
          <a:ln>
            <a:noFill/>
          </a:ln>
          <a:effectLst/>
        </p:spPr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13" name="Число С условием"/>
          <p:cNvSpPr txBox="1"/>
          <p:nvPr/>
        </p:nvSpPr>
        <p:spPr>
          <a:xfrm>
            <a:off x="3697834" y="2185416"/>
            <a:ext cx="1292047" cy="56692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3400" b="1">
                <a:solidFill>
                  <a:schemeClr val="bg1"/>
                </a:solidFill>
              </a:rPr>
              <a:t>10</a:t>
            </a:r>
          </a:p>
        </p:txBody>
      </p:sp>
      <p:sp>
        <p:nvSpPr>
          <p:cNvPr id="14" name="Вердикт С условием"/>
          <p:cNvSpPr txBox="1"/>
          <p:nvPr/>
        </p:nvSpPr>
        <p:spPr>
          <a:xfrm>
            <a:off x="3697834" y="2734056"/>
            <a:ext cx="1292047" cy="3657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400" b="1">
                <a:solidFill>
                  <a:schemeClr val="bg1"/>
                </a:solidFill>
              </a:rPr>
              <a:t>С условием</a:t>
            </a:r>
          </a:p>
        </p:txBody>
      </p:sp>
      <p:sp>
        <p:nvSpPr>
          <p:cNvPr id="15" name="Ступень Подходит"/>
          <p:cNvSpPr/>
          <p:nvPr/>
        </p:nvSpPr>
        <p:spPr>
          <a:xfrm>
            <a:off x="5154473" y="1572768"/>
            <a:ext cx="1520647" cy="2651760"/>
          </a:xfrm>
          <a:prstGeom prst="roundRect">
            <a:avLst>
              <a:gd name="adj" fmla="val 8000"/>
            </a:avLst>
          </a:prstGeom>
          <a:solidFill>
            <a:schemeClr val="accent5"/>
          </a:solidFill>
          <a:ln>
            <a:noFill/>
          </a:ln>
          <a:effectLst/>
        </p:spPr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16" name="Число Подходит"/>
          <p:cNvSpPr txBox="1"/>
          <p:nvPr/>
        </p:nvSpPr>
        <p:spPr>
          <a:xfrm>
            <a:off x="5300777" y="1682496"/>
            <a:ext cx="1292047" cy="56692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3400" b="1">
                <a:solidFill>
                  <a:schemeClr val="bg1"/>
                </a:solidFill>
              </a:rPr>
              <a:t>8</a:t>
            </a:r>
          </a:p>
        </p:txBody>
      </p:sp>
      <p:sp>
        <p:nvSpPr>
          <p:cNvPr id="17" name="Вердикт Подходит"/>
          <p:cNvSpPr txBox="1"/>
          <p:nvPr/>
        </p:nvSpPr>
        <p:spPr>
          <a:xfrm>
            <a:off x="5300777" y="2231136"/>
            <a:ext cx="1292047" cy="3657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400" b="1">
                <a:solidFill>
                  <a:schemeClr val="bg1"/>
                </a:solidFill>
              </a:rPr>
              <a:t>Подходит</a:t>
            </a:r>
          </a:p>
        </p:txBody>
      </p:sp>
      <p:pic>
        <p:nvPicPr>
          <p:cNvPr id="18" name="Скриншот подбора" descr="Экран подбора: вердикты по роботам с причинами"/>
          <p:cNvPicPr>
            <a:picLocks noChangeAspect="1"/>
          </p:cNvPicPr>
          <p:nvPr/>
        </p:nvPicPr>
        <p:blipFill>
          <a:blip r:embed="rId3"/>
          <a:srcRect t="15556"/>
          <a:stretch>
            <a:fillRect/>
          </a:stretch>
        </p:blipFill>
        <p:spPr>
          <a:xfrm>
            <a:off x="7040880" y="1688465"/>
            <a:ext cx="4805172" cy="2536063"/>
          </a:xfrm>
          <a:prstGeom prst="roundRect">
            <a:avLst>
              <a:gd name="adj" fmla="val 3000"/>
            </a:avLst>
          </a:prstGeom>
          <a:ln w="9525">
            <a:solidFill>
              <a:srgbClr val="E5E7E9"/>
            </a:solidFill>
          </a:ln>
          <a:effectLst>
            <a:outerShdw blurRad="201168" dist="45720" dir="5400000" algn="t" rotWithShape="0">
              <a:srgbClr val="1C1D22">
                <a:alpha val="30000"/>
              </a:srgbClr>
            </a:outerShdw>
          </a:effectLst>
        </p:spPr>
      </p:pic>
      <p:sp>
        <p:nvSpPr>
          <p:cNvPr id="19" name="Формула числа роботов"/>
          <p:cNvSpPr/>
          <p:nvPr/>
        </p:nvSpPr>
        <p:spPr>
          <a:xfrm>
            <a:off x="345643" y="4553712"/>
            <a:ext cx="11500409" cy="1664208"/>
          </a:xfrm>
          <a:prstGeom prst="roundRect">
            <a:avLst>
              <a:gd name="adj" fmla="val 10000"/>
            </a:avLst>
          </a:prstGeom>
          <a:solidFill>
            <a:schemeClr val="bg1"/>
          </a:solidFill>
          <a:ln w="9525">
            <a:solidFill>
              <a:schemeClr val="accent5"/>
            </a:solidFill>
          </a:ln>
          <a:effectLst>
            <a:outerShdw blurRad="137160" dist="27432" dir="5400000" algn="t" rotWithShape="0">
              <a:srgbClr val="1C1D22">
                <a:alpha val="12000"/>
              </a:srgbClr>
            </a:outerShdw>
          </a:effectLst>
        </p:spPr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1077201" y="5111496"/>
            <a:ext cx="2346176" cy="54864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200" b="1">
                <a:solidFill>
                  <a:schemeClr val="accent5"/>
                </a:solidFill>
              </a:rPr>
              <a:t>Число роботов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533105" y="5111496"/>
            <a:ext cx="258796" cy="54864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200" b="1">
                <a:solidFill>
                  <a:schemeClr val="accent1"/>
                </a:solidFill>
              </a:rPr>
              <a:t>=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4011357" y="4910328"/>
            <a:ext cx="0" cy="950976"/>
          </a:xfrm>
          <a:prstGeom prst="line">
            <a:avLst/>
          </a:prstGeom>
          <a:ln w="25400">
            <a:solidFill>
              <a:schemeClr val="accent1"/>
            </a:solidFill>
          </a:ln>
        </p:spPr>
      </p:cxnSp>
      <p:cxnSp>
        <p:nvCxnSpPr>
          <p:cNvPr id="23" name="Connector 22"/>
          <p:cNvCxnSpPr/>
          <p:nvPr/>
        </p:nvCxnSpPr>
        <p:spPr>
          <a:xfrm>
            <a:off x="4011357" y="4910328"/>
            <a:ext cx="128016" cy="0"/>
          </a:xfrm>
          <a:prstGeom prst="line">
            <a:avLst/>
          </a:prstGeom>
          <a:ln w="25400">
            <a:solidFill>
              <a:schemeClr val="accent1"/>
            </a:solidFill>
          </a:ln>
        </p:spPr>
      </p:cxnSp>
      <p:sp>
        <p:nvSpPr>
          <p:cNvPr id="24" name="TextBox 23"/>
          <p:cNvSpPr txBox="1"/>
          <p:nvPr/>
        </p:nvSpPr>
        <p:spPr>
          <a:xfrm>
            <a:off x="4139373" y="4928616"/>
            <a:ext cx="4482435" cy="402336"/>
          </a:xfrm>
          <a:prstGeom prst="rect">
            <a:avLst/>
          </a:prstGeom>
          <a:noFill/>
        </p:spPr>
        <p:txBody>
          <a:bodyPr wrap="square" lIns="0" tIns="0" rIns="0" bIns="0" anchor="b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800" b="0">
                <a:solidFill>
                  <a:schemeClr val="accent6"/>
                </a:solidFill>
              </a:rPr>
              <a:t>поток в час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4185093" y="5385816"/>
            <a:ext cx="4390996" cy="0"/>
          </a:xfrm>
          <a:prstGeom prst="line">
            <a:avLst/>
          </a:prstGeom>
          <a:ln w="19050">
            <a:solidFill>
              <a:schemeClr val="accent5"/>
            </a:solidFill>
          </a:ln>
        </p:spPr>
      </p:cxnSp>
      <p:sp>
        <p:nvSpPr>
          <p:cNvPr id="26" name="TextBox 25"/>
          <p:cNvSpPr txBox="1"/>
          <p:nvPr/>
        </p:nvSpPr>
        <p:spPr>
          <a:xfrm>
            <a:off x="4139373" y="5440680"/>
            <a:ext cx="4482435" cy="40233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800" b="0">
                <a:solidFill>
                  <a:schemeClr val="accent6"/>
                </a:solidFill>
              </a:rPr>
              <a:t>производительность одного робота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8749825" y="4910328"/>
            <a:ext cx="0" cy="950976"/>
          </a:xfrm>
          <a:prstGeom prst="line">
            <a:avLst/>
          </a:prstGeom>
          <a:ln w="25400">
            <a:solidFill>
              <a:schemeClr val="accent1"/>
            </a:solidFill>
          </a:ln>
        </p:spPr>
      </p:cxnSp>
      <p:cxnSp>
        <p:nvCxnSpPr>
          <p:cNvPr id="28" name="Connector 27"/>
          <p:cNvCxnSpPr/>
          <p:nvPr/>
        </p:nvCxnSpPr>
        <p:spPr>
          <a:xfrm>
            <a:off x="8621809" y="4910328"/>
            <a:ext cx="128016" cy="0"/>
          </a:xfrm>
          <a:prstGeom prst="line">
            <a:avLst/>
          </a:prstGeom>
          <a:ln w="25400">
            <a:solidFill>
              <a:schemeClr val="accent1"/>
            </a:solidFill>
          </a:ln>
        </p:spPr>
      </p:cxnSp>
      <p:sp>
        <p:nvSpPr>
          <p:cNvPr id="29" name="TextBox 28"/>
          <p:cNvSpPr txBox="1"/>
          <p:nvPr/>
        </p:nvSpPr>
        <p:spPr>
          <a:xfrm>
            <a:off x="8969281" y="5111496"/>
            <a:ext cx="2328094" cy="54864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200" b="1">
                <a:solidFill>
                  <a:schemeClr val="accent1"/>
                </a:solidFill>
              </a:rPr>
              <a:t>+ 1</a:t>
            </a:r>
            <a:r>
              <a:rPr lang="ru-RU" sz="2200" b="1">
                <a:solidFill>
                  <a:schemeClr val="accent5"/>
                </a:solidFill>
              </a:rPr>
              <a:t> резервный</a:t>
            </a:r>
          </a:p>
        </p:txBody>
      </p:sp>
      <p:sp>
        <p:nvSpPr>
          <p:cNvPr id="900027" name="Номер слайда 5"/>
          <p:cNvSpPr>
            <a:spLocks noGrp="1"/>
          </p:cNvSpPr>
          <p:nvPr>
            <p:ph type="sldNum" sz="quarter" idx="4"/>
          </p:nvPr>
        </p:nvSpPr>
        <p:spPr bwMode="auto"/>
        <p:txBody>
          <a:bodyPr vert="horz" lIns="91440" tIns="45720" rIns="91440" bIns="45720" rtlCol="0" anchor="ctr"/>
          <a:lstStyle/>
          <a:p>
            <a:pPr>
              <a:defRPr/>
            </a:pPr>
            <a:fld id="{52DCC5B9-D646-4B76-891F-6FF4E74E9CB4}" type="slidenum">
              <a:rPr lang="ru-RU" sz="1200">
                <a:solidFill>
                  <a:schemeClr val="accent5"/>
                </a:solidFill>
              </a:rPr>
              <a:t>11</a:t>
            </a:fld>
            <a:endParaRPr lang="ru-RU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лашка заголовка"/>
          <p:cNvSpPr/>
          <p:nvPr/>
        </p:nvSpPr>
        <p:spPr>
          <a:xfrm>
            <a:off x="345643" y="324612"/>
            <a:ext cx="4655300" cy="620878"/>
          </a:xfrm>
          <a:prstGeom prst="roundRect">
            <a:avLst>
              <a:gd name="adj" fmla="val 18706"/>
            </a:avLst>
          </a:prstGeom>
          <a:solidFill>
            <a:schemeClr val="accent1"/>
          </a:solidFill>
          <a:ln>
            <a:noFill/>
          </a:ln>
          <a:effectLst/>
        </p:spPr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510235" y="324612"/>
            <a:ext cx="4417556" cy="620878"/>
          </a:xfrm>
        </p:spPr>
        <p:txBody>
          <a:bodyPr wrap="square" lIns="18288" tIns="0" rIns="0" bIns="18288" anchor="ctr">
            <a:noAutofit/>
          </a:bodyPr>
          <a:lstStyle/>
          <a:p>
            <a:pPr marL="0" indent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000" b="1">
                <a:solidFill>
                  <a:schemeClr val="bg1"/>
                </a:solidFill>
              </a:rPr>
              <a:t>ЭКОНОМИКА: ТРИ СЦЕНАРИЯ</a:t>
            </a:r>
          </a:p>
        </p:txBody>
      </p:sp>
      <p:sp>
        <p:nvSpPr>
          <p:cNvPr id="5" name="Показатель CAPEX"/>
          <p:cNvSpPr/>
          <p:nvPr/>
        </p:nvSpPr>
        <p:spPr>
          <a:xfrm>
            <a:off x="345643" y="1325880"/>
            <a:ext cx="2490826" cy="4114800"/>
          </a:xfrm>
          <a:prstGeom prst="roundRect">
            <a:avLst>
              <a:gd name="adj" fmla="val 7000"/>
            </a:avLst>
          </a:prstGeom>
          <a:solidFill>
            <a:schemeClr val="bg1"/>
          </a:solidFill>
          <a:ln>
            <a:noFill/>
          </a:ln>
          <a:effectLst/>
        </p:spPr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01675" y="1581912"/>
            <a:ext cx="2033626" cy="32004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300" b="1">
                <a:solidFill>
                  <a:schemeClr val="accent1"/>
                </a:solidFill>
              </a:rPr>
              <a:t>CAPEX</a:t>
            </a:r>
          </a:p>
        </p:txBody>
      </p:sp>
      <p:sp>
        <p:nvSpPr>
          <p:cNvPr id="7" name="Значение CAPEX"/>
          <p:cNvSpPr txBox="1"/>
          <p:nvPr/>
        </p:nvSpPr>
        <p:spPr>
          <a:xfrm>
            <a:off x="601675" y="1929384"/>
            <a:ext cx="2125066" cy="82296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5000" b="1">
                <a:solidFill>
                  <a:schemeClr val="accent5"/>
                </a:solidFill>
              </a:rPr>
              <a:t>95,8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1675" y="2752344"/>
            <a:ext cx="2125066" cy="3657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800" b="1">
                <a:solidFill>
                  <a:schemeClr val="accent5"/>
                </a:solidFill>
              </a:rPr>
              <a:t>млн ₽</a:t>
            </a:r>
          </a:p>
        </p:txBody>
      </p:sp>
      <p:sp>
        <p:nvSpPr>
          <p:cNvPr id="9" name="Формула CAPEX"/>
          <p:cNvSpPr/>
          <p:nvPr/>
        </p:nvSpPr>
        <p:spPr>
          <a:xfrm>
            <a:off x="528523" y="3429000"/>
            <a:ext cx="2125066" cy="1828800"/>
          </a:xfrm>
          <a:prstGeom prst="roundRect">
            <a:avLst>
              <a:gd name="adj" fmla="val 10000"/>
            </a:avLst>
          </a:prstGeom>
          <a:solidFill>
            <a:schemeClr val="accent2"/>
          </a:solidFill>
          <a:ln>
            <a:noFill/>
          </a:ln>
          <a:effectLst/>
        </p:spPr>
        <p:txBody>
          <a:bodyPr wrap="square" lIns="182880" tIns="109728" rIns="137160" bIns="109728" rtlCol="0" anchor="ctr">
            <a:noAutofit/>
          </a:bodyPr>
          <a:lstStyle/>
          <a:p>
            <a: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500" b="1">
                <a:solidFill>
                  <a:schemeClr val="accent5"/>
                </a:solidFill>
              </a:rPr>
              <a:t>CAPEX</a:t>
            </a:r>
            <a:r>
              <a:rPr lang="ru-RU" sz="1500" b="0">
                <a:solidFill>
                  <a:schemeClr val="accent6"/>
                </a:solidFill>
              </a:rPr>
              <a:t> = оборудование + внедрение + резерв</a:t>
            </a:r>
          </a:p>
        </p:txBody>
      </p:sp>
      <p:sp>
        <p:nvSpPr>
          <p:cNvPr id="10" name="Показатель ЭФФЕКТ"/>
          <p:cNvSpPr/>
          <p:nvPr/>
        </p:nvSpPr>
        <p:spPr>
          <a:xfrm>
            <a:off x="3019349" y="1325880"/>
            <a:ext cx="2490826" cy="4114800"/>
          </a:xfrm>
          <a:prstGeom prst="roundRect">
            <a:avLst>
              <a:gd name="adj" fmla="val 7000"/>
            </a:avLst>
          </a:prstGeom>
          <a:solidFill>
            <a:schemeClr val="bg1"/>
          </a:solidFill>
          <a:ln>
            <a:noFill/>
          </a:ln>
          <a:effectLst/>
        </p:spPr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275381" y="1581912"/>
            <a:ext cx="2033626" cy="32004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300" b="1">
                <a:solidFill>
                  <a:schemeClr val="accent1"/>
                </a:solidFill>
              </a:rPr>
              <a:t>ЭФФЕКТ</a:t>
            </a:r>
          </a:p>
        </p:txBody>
      </p:sp>
      <p:sp>
        <p:nvSpPr>
          <p:cNvPr id="12" name="Значение ЭФФЕКТ"/>
          <p:cNvSpPr txBox="1"/>
          <p:nvPr/>
        </p:nvSpPr>
        <p:spPr>
          <a:xfrm>
            <a:off x="3275381" y="1929384"/>
            <a:ext cx="2125066" cy="82296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5000" b="1">
                <a:solidFill>
                  <a:schemeClr val="accent5"/>
                </a:solidFill>
              </a:rPr>
              <a:t>113,6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75381" y="2752344"/>
            <a:ext cx="2125066" cy="3657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800" b="1">
                <a:solidFill>
                  <a:schemeClr val="accent5"/>
                </a:solidFill>
              </a:rPr>
              <a:t>млн ₽/год</a:t>
            </a:r>
          </a:p>
        </p:txBody>
      </p:sp>
      <p:sp>
        <p:nvSpPr>
          <p:cNvPr id="14" name="Формула ЭФФЕКТ"/>
          <p:cNvSpPr/>
          <p:nvPr/>
        </p:nvSpPr>
        <p:spPr>
          <a:xfrm>
            <a:off x="3202229" y="3429000"/>
            <a:ext cx="2125066" cy="1828800"/>
          </a:xfrm>
          <a:prstGeom prst="roundRect">
            <a:avLst>
              <a:gd name="adj" fmla="val 10000"/>
            </a:avLst>
          </a:prstGeom>
          <a:solidFill>
            <a:schemeClr val="accent2"/>
          </a:solidFill>
          <a:ln>
            <a:noFill/>
          </a:ln>
          <a:effectLst/>
        </p:spPr>
        <p:txBody>
          <a:bodyPr wrap="square" lIns="182880" tIns="109728" rIns="137160" bIns="109728" rtlCol="0" anchor="ctr">
            <a:noAutofit/>
          </a:bodyPr>
          <a:lstStyle/>
          <a:p>
            <a: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500" b="1">
                <a:solidFill>
                  <a:schemeClr val="accent5"/>
                </a:solidFill>
              </a:rPr>
              <a:t>Эффект</a:t>
            </a:r>
            <a:r>
              <a:rPr lang="ru-RU" sz="1500" b="0">
                <a:solidFill>
                  <a:schemeClr val="accent6"/>
                </a:solidFill>
              </a:rPr>
              <a:t> = снижение ФОТ − OPEX</a:t>
            </a:r>
          </a:p>
        </p:txBody>
      </p:sp>
      <p:sp>
        <p:nvSpPr>
          <p:cNvPr id="15" name="Показатель ОКУПАЕМОСТЬ"/>
          <p:cNvSpPr/>
          <p:nvPr/>
        </p:nvSpPr>
        <p:spPr>
          <a:xfrm>
            <a:off x="5693054" y="1325880"/>
            <a:ext cx="2490826" cy="4114800"/>
          </a:xfrm>
          <a:prstGeom prst="roundRect">
            <a:avLst>
              <a:gd name="adj" fmla="val 7000"/>
            </a:avLst>
          </a:prstGeom>
          <a:solidFill>
            <a:schemeClr val="bg1"/>
          </a:solidFill>
          <a:ln>
            <a:noFill/>
          </a:ln>
          <a:effectLst/>
        </p:spPr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5949086" y="1581912"/>
            <a:ext cx="2033626" cy="32004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300" b="1">
                <a:solidFill>
                  <a:schemeClr val="accent1"/>
                </a:solidFill>
              </a:rPr>
              <a:t>ОКУПАЕМОСТЬ</a:t>
            </a:r>
          </a:p>
        </p:txBody>
      </p:sp>
      <p:sp>
        <p:nvSpPr>
          <p:cNvPr id="17" name="Значение ОКУПАЕМОСТЬ"/>
          <p:cNvSpPr txBox="1"/>
          <p:nvPr/>
        </p:nvSpPr>
        <p:spPr>
          <a:xfrm>
            <a:off x="5949086" y="1929384"/>
            <a:ext cx="2125066" cy="82296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5000" b="1">
                <a:solidFill>
                  <a:schemeClr val="accent5"/>
                </a:solidFill>
              </a:rPr>
              <a:t>0,84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949086" y="2752344"/>
            <a:ext cx="2125066" cy="3657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800" b="1">
                <a:solidFill>
                  <a:schemeClr val="accent5"/>
                </a:solidFill>
              </a:rPr>
              <a:t>года</a:t>
            </a:r>
          </a:p>
        </p:txBody>
      </p:sp>
      <p:sp>
        <p:nvSpPr>
          <p:cNvPr id="19" name="Формула ОКУПАЕМОСТЬ"/>
          <p:cNvSpPr/>
          <p:nvPr/>
        </p:nvSpPr>
        <p:spPr>
          <a:xfrm>
            <a:off x="5875934" y="3429000"/>
            <a:ext cx="2125066" cy="1828800"/>
          </a:xfrm>
          <a:prstGeom prst="roundRect">
            <a:avLst>
              <a:gd name="adj" fmla="val 10000"/>
            </a:avLst>
          </a:prstGeom>
          <a:solidFill>
            <a:schemeClr val="accent2"/>
          </a:solidFill>
          <a:ln>
            <a:noFill/>
          </a:ln>
          <a:effectLst/>
        </p:spPr>
        <p:txBody>
          <a:bodyPr wrap="square" lIns="182880" tIns="109728" rIns="137160" bIns="109728" rtlCol="0" anchor="ctr">
            <a:noAutofit/>
          </a:bodyPr>
          <a:lstStyle/>
          <a:p>
            <a: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500" b="1">
                <a:solidFill>
                  <a:schemeClr val="accent5"/>
                </a:solidFill>
              </a:rPr>
              <a:t>Окупаемость</a:t>
            </a:r>
            <a:r>
              <a:rPr lang="ru-RU" sz="1500" b="0">
                <a:solidFill>
                  <a:schemeClr val="accent6"/>
                </a:solidFill>
              </a:rPr>
              <a:t> = CAPEX / эффект</a:t>
            </a:r>
          </a:p>
        </p:txBody>
      </p:sp>
      <p:sp>
        <p:nvSpPr>
          <p:cNvPr id="20" name="Нормативы"/>
          <p:cNvSpPr txBox="1"/>
          <p:nvPr/>
        </p:nvSpPr>
        <p:spPr>
          <a:xfrm>
            <a:off x="345643" y="5669280"/>
            <a:ext cx="7838237" cy="41148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700" b="1">
                <a:solidFill>
                  <a:schemeClr val="accent1"/>
                </a:solidFill>
              </a:rPr>
              <a:t>32</a:t>
            </a:r>
            <a:r>
              <a:rPr lang="ru-RU" sz="1700" b="0">
                <a:solidFill>
                  <a:schemeClr val="bg1"/>
                </a:solidFill>
              </a:rPr>
              <a:t> норматива  ·  </a:t>
            </a:r>
            <a:r>
              <a:rPr lang="ru-RU" sz="1700" b="1">
                <a:solidFill>
                  <a:schemeClr val="accent1"/>
                </a:solidFill>
              </a:rPr>
              <a:t>5</a:t>
            </a:r>
            <a:r>
              <a:rPr lang="ru-RU" sz="1700" b="0">
                <a:solidFill>
                  <a:schemeClr val="bg1"/>
                </a:solidFill>
              </a:rPr>
              <a:t> мер господдержки  ·  чувствительность </a:t>
            </a:r>
            <a:r>
              <a:rPr lang="ru-RU" sz="1700" b="1">
                <a:solidFill>
                  <a:schemeClr val="accent1"/>
                </a:solidFill>
              </a:rPr>
              <a:t>±20 %</a:t>
            </a:r>
          </a:p>
        </p:txBody>
      </p:sp>
      <p:pic>
        <p:nvPicPr>
          <p:cNvPr id="21" name="Скриншот экономики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908" r="8908"/>
          <a:stretch/>
        </p:blipFill>
        <p:spPr>
          <a:xfrm>
            <a:off x="8458200" y="1986341"/>
            <a:ext cx="3387852" cy="2793878"/>
          </a:xfrm>
          <a:prstGeom prst="roundRect">
            <a:avLst>
              <a:gd name="adj" fmla="val 4000"/>
            </a:avLst>
          </a:prstGeom>
          <a:ln w="12700">
            <a:solidFill>
              <a:schemeClr val="bg1"/>
            </a:solidFill>
          </a:ln>
          <a:effectLst>
            <a:outerShdw blurRad="201168" dist="45720" dir="5400000" algn="t" rotWithShape="0">
              <a:srgbClr val="1C1D22">
                <a:alpha val="30000"/>
              </a:srgbClr>
            </a:outerShdw>
          </a:effectLst>
        </p:spPr>
      </p:pic>
      <p:sp>
        <p:nvSpPr>
          <p:cNvPr id="900019" name="Номер слайда 5"/>
          <p:cNvSpPr>
            <a:spLocks noGrp="1"/>
          </p:cNvSpPr>
          <p:nvPr>
            <p:ph type="sldNum" sz="quarter" idx="4"/>
          </p:nvPr>
        </p:nvSpPr>
        <p:spPr bwMode="auto"/>
        <p:txBody>
          <a:bodyPr vert="horz" lIns="91440" tIns="45720" rIns="91440" bIns="45720" rtlCol="0" anchor="ctr"/>
          <a:lstStyle/>
          <a:p>
            <a:pPr>
              <a:defRPr/>
            </a:pPr>
            <a:fld id="{52DCC5B9-D646-4B76-891F-6FF4E74E9CB4}" type="slidenum">
              <a:rPr lang="ru-RU" sz="1200">
                <a:solidFill>
                  <a:schemeClr val="bg1"/>
                </a:solidFill>
              </a:rPr>
              <a:t>12</a:t>
            </a:fld>
            <a:endParaRPr lang="ru-RU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лашка заголовка"/>
          <p:cNvSpPr/>
          <p:nvPr/>
        </p:nvSpPr>
        <p:spPr>
          <a:xfrm>
            <a:off x="345643" y="324612"/>
            <a:ext cx="6150606" cy="620878"/>
          </a:xfrm>
          <a:prstGeom prst="roundRect">
            <a:avLst>
              <a:gd name="adj" fmla="val 18706"/>
            </a:avLst>
          </a:prstGeom>
          <a:solidFill>
            <a:schemeClr val="accent5"/>
          </a:solidFill>
          <a:ln>
            <a:noFill/>
          </a:ln>
          <a:effectLst/>
        </p:spPr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510235" y="324612"/>
            <a:ext cx="5912862" cy="620878"/>
          </a:xfrm>
        </p:spPr>
        <p:txBody>
          <a:bodyPr wrap="square" lIns="18288" tIns="0" rIns="0" bIns="18288" anchor="ctr">
            <a:noAutofit/>
          </a:bodyPr>
          <a:lstStyle/>
          <a:p>
            <a:pPr marL="0" indent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000" b="1">
                <a:solidFill>
                  <a:schemeClr val="bg1"/>
                </a:solidFill>
              </a:rPr>
              <a:t>ИМИТАЦИЯ СМЕНЫ ПРОВЕРЯЕТ РАСЧЁТ</a:t>
            </a:r>
          </a:p>
        </p:txBody>
      </p:sp>
      <p:sp>
        <p:nvSpPr>
          <p:cNvPr id="5" name="Тезис 1"/>
          <p:cNvSpPr/>
          <p:nvPr/>
        </p:nvSpPr>
        <p:spPr>
          <a:xfrm>
            <a:off x="345643" y="1325880"/>
            <a:ext cx="3931920" cy="1389888"/>
          </a:xfrm>
          <a:prstGeom prst="roundRect">
            <a:avLst>
              <a:gd name="adj" fmla="val 12000"/>
            </a:avLst>
          </a:prstGeom>
          <a:solidFill>
            <a:schemeClr val="bg1"/>
          </a:solidFill>
          <a:ln w="9525">
            <a:solidFill>
              <a:schemeClr val="accent5"/>
            </a:solidFill>
          </a:ln>
          <a:effectLst>
            <a:outerShdw blurRad="137160" dist="27432" dir="5400000" algn="t" rotWithShape="0">
              <a:srgbClr val="1C1D22">
                <a:alpha val="12000"/>
              </a:srgbClr>
            </a:outerShdw>
          </a:effectLst>
        </p:spPr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574243" y="1586484"/>
            <a:ext cx="868680" cy="868680"/>
          </a:xfrm>
          <a:prstGeom prst="roundRect">
            <a:avLst>
              <a:gd name="adj" fmla="val 22000"/>
            </a:avLst>
          </a:prstGeom>
          <a:solidFill>
            <a:schemeClr val="accent2"/>
          </a:solidFill>
          <a:ln>
            <a:noFill/>
          </a:ln>
          <a:effectLst/>
        </p:spPr>
        <p:txBody>
          <a:bodyPr lIns="0" tIns="0" rIns="0" bIns="0" rtlCol="0" anchor="ctr"/>
          <a:lstStyle/>
          <a:p>
            <a:pPr algn="ctr"/>
            <a:endParaRPr/>
          </a:p>
        </p:txBody>
      </p:sp>
      <p:pic>
        <p:nvPicPr>
          <p:cNvPr id="7" name="Иконка: маршрут" descr="Иконка: маршрут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7979" y="1760220"/>
            <a:ext cx="521208" cy="521208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644091" y="1325880"/>
            <a:ext cx="2468880" cy="138988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800" b="1">
                <a:solidFill>
                  <a:schemeClr val="accent5"/>
                </a:solidFill>
              </a:rPr>
              <a:t>Маршруты, батареи, поток заявок</a:t>
            </a:r>
          </a:p>
        </p:txBody>
      </p:sp>
      <p:sp>
        <p:nvSpPr>
          <p:cNvPr id="9" name="Тезис 2"/>
          <p:cNvSpPr/>
          <p:nvPr/>
        </p:nvSpPr>
        <p:spPr>
          <a:xfrm>
            <a:off x="345643" y="2916936"/>
            <a:ext cx="3931920" cy="1389888"/>
          </a:xfrm>
          <a:prstGeom prst="roundRect">
            <a:avLst>
              <a:gd name="adj" fmla="val 12000"/>
            </a:avLst>
          </a:prstGeom>
          <a:solidFill>
            <a:schemeClr val="bg1"/>
          </a:solidFill>
          <a:ln w="9525">
            <a:solidFill>
              <a:schemeClr val="accent5"/>
            </a:solidFill>
          </a:ln>
          <a:effectLst>
            <a:outerShdw blurRad="137160" dist="27432" dir="5400000" algn="t" rotWithShape="0">
              <a:srgbClr val="1C1D22">
                <a:alpha val="12000"/>
              </a:srgbClr>
            </a:outerShdw>
          </a:effectLst>
        </p:spPr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574243" y="3177540"/>
            <a:ext cx="868680" cy="868680"/>
          </a:xfrm>
          <a:prstGeom prst="roundRect">
            <a:avLst>
              <a:gd name="adj" fmla="val 22000"/>
            </a:avLst>
          </a:prstGeom>
          <a:solidFill>
            <a:schemeClr val="accent2"/>
          </a:solidFill>
          <a:ln>
            <a:noFill/>
          </a:ln>
          <a:effectLst/>
        </p:spPr>
        <p:txBody>
          <a:bodyPr lIns="0" tIns="0" rIns="0" bIns="0" rtlCol="0" anchor="ctr"/>
          <a:lstStyle/>
          <a:p>
            <a:pPr algn="ctr"/>
            <a:endParaRPr/>
          </a:p>
        </p:txBody>
      </p:sp>
      <p:pic>
        <p:nvPicPr>
          <p:cNvPr id="11" name="Иконка: молоток" descr="Иконка: молоток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7979" y="3351276"/>
            <a:ext cx="521208" cy="521208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1644091" y="2916936"/>
            <a:ext cx="2468880" cy="138988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800" b="1">
                <a:solidFill>
                  <a:schemeClr val="accent5"/>
                </a:solidFill>
              </a:rPr>
              <a:t>Кнопка «Сломать»</a:t>
            </a:r>
          </a:p>
        </p:txBody>
      </p:sp>
      <p:sp>
        <p:nvSpPr>
          <p:cNvPr id="13" name="Тезис 3"/>
          <p:cNvSpPr/>
          <p:nvPr/>
        </p:nvSpPr>
        <p:spPr>
          <a:xfrm>
            <a:off x="345643" y="4507992"/>
            <a:ext cx="3931920" cy="1389888"/>
          </a:xfrm>
          <a:prstGeom prst="roundRect">
            <a:avLst>
              <a:gd name="adj" fmla="val 12000"/>
            </a:avLst>
          </a:prstGeom>
          <a:solidFill>
            <a:schemeClr val="bg1"/>
          </a:solidFill>
          <a:ln w="9525">
            <a:solidFill>
              <a:schemeClr val="accent5"/>
            </a:solidFill>
          </a:ln>
          <a:effectLst>
            <a:outerShdw blurRad="137160" dist="27432" dir="5400000" algn="t" rotWithShape="0">
              <a:srgbClr val="1C1D22">
                <a:alpha val="12000"/>
              </a:srgbClr>
            </a:outerShdw>
          </a:effectLst>
        </p:spPr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574243" y="4768596"/>
            <a:ext cx="868680" cy="868680"/>
          </a:xfrm>
          <a:prstGeom prst="roundRect">
            <a:avLst>
              <a:gd name="adj" fmla="val 22000"/>
            </a:avLst>
          </a:prstGeom>
          <a:solidFill>
            <a:schemeClr val="accent2"/>
          </a:solidFill>
          <a:ln>
            <a:noFill/>
          </a:ln>
          <a:effectLst/>
        </p:spPr>
        <p:txBody>
          <a:bodyPr lIns="0" tIns="0" rIns="0" bIns="0" rtlCol="0" anchor="ctr"/>
          <a:lstStyle/>
          <a:p>
            <a:pPr algn="ctr"/>
            <a:endParaRPr/>
          </a:p>
        </p:txBody>
      </p:sp>
      <p:pic>
        <p:nvPicPr>
          <p:cNvPr id="15" name="Иконка: отметка" descr="Иконка: отметка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7979" y="4942332"/>
            <a:ext cx="521208" cy="521208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1644091" y="4507992"/>
            <a:ext cx="2468880" cy="138988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800" b="1">
                <a:solidFill>
                  <a:schemeClr val="accent5"/>
                </a:solidFill>
              </a:rPr>
              <a:t>Статус «Подтверждает расчёт»</a:t>
            </a:r>
          </a:p>
        </p:txBody>
      </p:sp>
      <p:pic>
        <p:nvPicPr>
          <p:cNvPr id="17" name="Скриншот визуализации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332" b="7332"/>
          <a:stretch/>
        </p:blipFill>
        <p:spPr>
          <a:xfrm>
            <a:off x="4597603" y="1699095"/>
            <a:ext cx="7248449" cy="3825570"/>
          </a:xfrm>
          <a:prstGeom prst="roundRect">
            <a:avLst>
              <a:gd name="adj" fmla="val 2500"/>
            </a:avLst>
          </a:prstGeom>
          <a:ln w="9525">
            <a:solidFill>
              <a:srgbClr val="E5E7E9"/>
            </a:solidFill>
          </a:ln>
          <a:effectLst>
            <a:outerShdw blurRad="201168" dist="45720" dir="5400000" algn="t" rotWithShape="0">
              <a:srgbClr val="1C1D22">
                <a:alpha val="30000"/>
              </a:srgbClr>
            </a:outerShdw>
          </a:effectLst>
        </p:spPr>
      </p:pic>
      <p:sp>
        <p:nvSpPr>
          <p:cNvPr id="900015" name="Номер слайда 5"/>
          <p:cNvSpPr>
            <a:spLocks noGrp="1"/>
          </p:cNvSpPr>
          <p:nvPr>
            <p:ph type="sldNum" sz="quarter" idx="4"/>
          </p:nvPr>
        </p:nvSpPr>
        <p:spPr bwMode="auto"/>
        <p:txBody>
          <a:bodyPr vert="horz" lIns="91440" tIns="45720" rIns="91440" bIns="45720" rtlCol="0" anchor="ctr"/>
          <a:lstStyle/>
          <a:p>
            <a:pPr>
              <a:defRPr/>
            </a:pPr>
            <a:fld id="{52DCC5B9-D646-4B76-891F-6FF4E74E9CB4}" type="slidenum">
              <a:rPr lang="ru-RU" sz="1200">
                <a:solidFill>
                  <a:schemeClr val="accent5"/>
                </a:solidFill>
              </a:rPr>
              <a:t>13</a:t>
            </a:fld>
            <a:endParaRPr lang="ru-RU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лашка заголовка"/>
          <p:cNvSpPr/>
          <p:nvPr/>
        </p:nvSpPr>
        <p:spPr>
          <a:xfrm>
            <a:off x="345643" y="324612"/>
            <a:ext cx="3205724" cy="620878"/>
          </a:xfrm>
          <a:prstGeom prst="roundRect">
            <a:avLst>
              <a:gd name="adj" fmla="val 18706"/>
            </a:avLst>
          </a:prstGeom>
          <a:solidFill>
            <a:schemeClr val="accent1"/>
          </a:solidFill>
          <a:ln>
            <a:noFill/>
          </a:ln>
          <a:effectLst/>
        </p:spPr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510235" y="324612"/>
            <a:ext cx="2967980" cy="620878"/>
          </a:xfrm>
        </p:spPr>
        <p:txBody>
          <a:bodyPr wrap="square" lIns="18288" tIns="0" rIns="0" bIns="18288" anchor="ctr">
            <a:noAutofit/>
          </a:bodyPr>
          <a:lstStyle/>
          <a:p>
            <a:pPr marL="0" indent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000" b="1">
                <a:solidFill>
                  <a:schemeClr val="bg1"/>
                </a:solidFill>
              </a:rPr>
              <a:t>ЧЕСТНО О СТАТУСЕ</a:t>
            </a:r>
          </a:p>
        </p:txBody>
      </p:sp>
      <p:sp>
        <p:nvSpPr>
          <p:cNvPr id="5" name="Колонка Готово"/>
          <p:cNvSpPr/>
          <p:nvPr/>
        </p:nvSpPr>
        <p:spPr>
          <a:xfrm>
            <a:off x="345643" y="1325880"/>
            <a:ext cx="3681070" cy="4892040"/>
          </a:xfrm>
          <a:prstGeom prst="roundRect">
            <a:avLst>
              <a:gd name="adj" fmla="val 6000"/>
            </a:avLst>
          </a:prstGeom>
          <a:solidFill>
            <a:schemeClr val="bg1"/>
          </a:solidFill>
          <a:ln>
            <a:noFill/>
          </a:ln>
          <a:effectLst/>
        </p:spPr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6" name="Статус Готово"/>
          <p:cNvSpPr/>
          <p:nvPr/>
        </p:nvSpPr>
        <p:spPr>
          <a:xfrm>
            <a:off x="601675" y="1600200"/>
            <a:ext cx="1180179" cy="45720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  <a:effectLst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600" b="1">
                <a:solidFill>
                  <a:schemeClr val="bg1"/>
                </a:solidFill>
              </a:rPr>
              <a:t>Готово</a:t>
            </a:r>
          </a:p>
        </p:txBody>
      </p:sp>
      <p:sp>
        <p:nvSpPr>
          <p:cNvPr id="7" name="Список Готово"/>
          <p:cNvSpPr txBox="1"/>
          <p:nvPr/>
        </p:nvSpPr>
        <p:spPr>
          <a:xfrm>
            <a:off x="601675" y="2313432"/>
            <a:ext cx="3223870" cy="3703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219456" indent="-219456" algn="l">
              <a:spcBef>
                <a:spcPts val="0"/>
              </a:spcBef>
              <a:spcAft>
                <a:spcPts val="700"/>
              </a:spcAft>
              <a:buClr>
                <a:schemeClr val="accent1"/>
              </a:buClr>
              <a:buFont typeface="Arial"/>
              <a:buChar char="•"/>
            </a:pPr>
            <a:r>
              <a:rPr lang="ru-RU" sz="1600" b="0">
                <a:solidFill>
                  <a:schemeClr val="accent6"/>
                </a:solidFill>
              </a:rPr>
              <a:t>каталог и источники</a:t>
            </a:r>
          </a:p>
          <a:p>
            <a:pPr marL="219456" indent="-219456" algn="l">
              <a:spcBef>
                <a:spcPts val="0"/>
              </a:spcBef>
              <a:spcAft>
                <a:spcPts val="700"/>
              </a:spcAft>
              <a:buClr>
                <a:schemeClr val="accent1"/>
              </a:buClr>
              <a:buFont typeface="Arial"/>
              <a:buChar char="•"/>
            </a:pPr>
            <a:r>
              <a:rPr lang="ru-RU" sz="1600" b="0">
                <a:solidFill>
                  <a:schemeClr val="accent6"/>
                </a:solidFill>
              </a:rPr>
              <a:t>подбор с причинами</a:t>
            </a:r>
          </a:p>
          <a:p>
            <a:pPr marL="219456" indent="-219456" algn="l">
              <a:spcBef>
                <a:spcPts val="0"/>
              </a:spcBef>
              <a:spcAft>
                <a:spcPts val="700"/>
              </a:spcAft>
              <a:buClr>
                <a:schemeClr val="accent1"/>
              </a:buClr>
              <a:buFont typeface="Arial"/>
              <a:buChar char="•"/>
            </a:pPr>
            <a:r>
              <a:rPr lang="ru-RU" sz="1600" b="0">
                <a:solidFill>
                  <a:schemeClr val="accent6"/>
                </a:solidFill>
              </a:rPr>
              <a:t>экономика и what-if</a:t>
            </a:r>
          </a:p>
          <a:p>
            <a:pPr marL="219456" indent="-219456" algn="l">
              <a:spcBef>
                <a:spcPts val="0"/>
              </a:spcBef>
              <a:spcAft>
                <a:spcPts val="700"/>
              </a:spcAft>
              <a:buClr>
                <a:schemeClr val="accent1"/>
              </a:buClr>
              <a:buFont typeface="Arial"/>
              <a:buChar char="•"/>
            </a:pPr>
            <a:r>
              <a:rPr lang="ru-RU" sz="1600" b="0">
                <a:solidFill>
                  <a:schemeClr val="accent6"/>
                </a:solidFill>
              </a:rPr>
              <a:t>господдержка</a:t>
            </a:r>
          </a:p>
          <a:p>
            <a:pPr marL="219456" indent="-219456" algn="l">
              <a:spcBef>
                <a:spcPts val="0"/>
              </a:spcBef>
              <a:spcAft>
                <a:spcPts val="700"/>
              </a:spcAft>
              <a:buClr>
                <a:schemeClr val="accent1"/>
              </a:buClr>
              <a:buFont typeface="Arial"/>
              <a:buChar char="•"/>
            </a:pPr>
            <a:r>
              <a:rPr lang="ru-RU" sz="1600" b="0">
                <a:solidFill>
                  <a:schemeClr val="accent6"/>
                </a:solidFill>
              </a:rPr>
              <a:t>имитация</a:t>
            </a:r>
          </a:p>
          <a:p>
            <a:pPr marL="219456" indent="-219456" algn="l">
              <a:spcBef>
                <a:spcPts val="0"/>
              </a:spcBef>
              <a:spcAft>
                <a:spcPts val="700"/>
              </a:spcAft>
              <a:buClr>
                <a:schemeClr val="accent1"/>
              </a:buClr>
              <a:buFont typeface="Arial"/>
              <a:buChar char="•"/>
            </a:pPr>
            <a:r>
              <a:rPr lang="ru-RU" sz="1600" b="0">
                <a:solidFill>
                  <a:schemeClr val="accent6"/>
                </a:solidFill>
              </a:rPr>
              <a:t>роли</a:t>
            </a:r>
          </a:p>
          <a:p>
            <a:pPr marL="219456" indent="-219456" algn="l">
              <a:spcBef>
                <a:spcPts val="0"/>
              </a:spcBef>
              <a:spcAft>
                <a:spcPts val="700"/>
              </a:spcAft>
              <a:buClr>
                <a:schemeClr val="accent1"/>
              </a:buClr>
              <a:buFont typeface="Arial"/>
              <a:buChar char="•"/>
            </a:pPr>
            <a:r>
              <a:rPr lang="ru-RU" sz="1600" b="0">
                <a:solidFill>
                  <a:schemeClr val="accent6"/>
                </a:solidFill>
              </a:rPr>
              <a:t>импорт</a:t>
            </a:r>
          </a:p>
          <a:p>
            <a:pPr marL="219456" indent="-219456" algn="l">
              <a:spcBef>
                <a:spcPts val="0"/>
              </a:spcBef>
              <a:spcAft>
                <a:spcPts val="700"/>
              </a:spcAft>
              <a:buClr>
                <a:schemeClr val="accent1"/>
              </a:buClr>
              <a:buFont typeface="Arial"/>
              <a:buChar char="•"/>
            </a:pPr>
            <a:r>
              <a:rPr lang="ru-RU" sz="1600" b="0">
                <a:solidFill>
                  <a:schemeClr val="accent6"/>
                </a:solidFill>
              </a:rPr>
              <a:t>API</a:t>
            </a:r>
          </a:p>
        </p:txBody>
      </p:sp>
      <p:sp>
        <p:nvSpPr>
          <p:cNvPr id="8" name="Колонка Прототип"/>
          <p:cNvSpPr/>
          <p:nvPr/>
        </p:nvSpPr>
        <p:spPr>
          <a:xfrm>
            <a:off x="4255313" y="1325880"/>
            <a:ext cx="3681070" cy="4892040"/>
          </a:xfrm>
          <a:prstGeom prst="roundRect">
            <a:avLst>
              <a:gd name="adj" fmla="val 6000"/>
            </a:avLst>
          </a:prstGeom>
          <a:solidFill>
            <a:schemeClr val="bg1"/>
          </a:solidFill>
          <a:ln>
            <a:noFill/>
          </a:ln>
          <a:effectLst/>
        </p:spPr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9" name="Статус Прототип"/>
          <p:cNvSpPr/>
          <p:nvPr/>
        </p:nvSpPr>
        <p:spPr>
          <a:xfrm>
            <a:off x="4511345" y="1600200"/>
            <a:ext cx="1517285" cy="457200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5875">
            <a:solidFill>
              <a:schemeClr val="accent1"/>
            </a:solidFill>
          </a:ln>
          <a:effectLst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600" b="1">
                <a:solidFill>
                  <a:schemeClr val="accent6"/>
                </a:solidFill>
              </a:rPr>
              <a:t>Прототип</a:t>
            </a:r>
          </a:p>
        </p:txBody>
      </p:sp>
      <p:sp>
        <p:nvSpPr>
          <p:cNvPr id="10" name="Список Прототип"/>
          <p:cNvSpPr txBox="1"/>
          <p:nvPr/>
        </p:nvSpPr>
        <p:spPr>
          <a:xfrm>
            <a:off x="4511345" y="2313432"/>
            <a:ext cx="3223870" cy="3703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219456" indent="-219456" algn="l">
              <a:spcBef>
                <a:spcPts val="0"/>
              </a:spcBef>
              <a:spcAft>
                <a:spcPts val="700"/>
              </a:spcAft>
              <a:buClr>
                <a:schemeClr val="accent3"/>
              </a:buClr>
              <a:buFont typeface="Arial"/>
              <a:buChar char="•"/>
            </a:pPr>
            <a:r>
              <a:rPr lang="ru-RU" sz="1600" dirty="0">
                <a:solidFill>
                  <a:schemeClr val="accent6"/>
                </a:solidFill>
              </a:rPr>
              <a:t>донастройка фильтров</a:t>
            </a:r>
            <a:endParaRPr lang="ru-RU" sz="1600" b="0" dirty="0">
              <a:solidFill>
                <a:schemeClr val="accent6"/>
              </a:solidFill>
            </a:endParaRPr>
          </a:p>
          <a:p>
            <a:pPr marL="219456" indent="-219456" algn="l">
              <a:spcBef>
                <a:spcPts val="0"/>
              </a:spcBef>
              <a:spcAft>
                <a:spcPts val="700"/>
              </a:spcAft>
              <a:buClr>
                <a:schemeClr val="accent3"/>
              </a:buClr>
              <a:buFont typeface="Arial"/>
              <a:buChar char="•"/>
            </a:pPr>
            <a:r>
              <a:rPr lang="ru-RU" sz="1600" b="0" dirty="0">
                <a:solidFill>
                  <a:schemeClr val="accent6"/>
                </a:solidFill>
              </a:rPr>
              <a:t>упрощённый Excel-отчёт</a:t>
            </a:r>
          </a:p>
          <a:p>
            <a:pPr marL="219456" indent="-219456" algn="l">
              <a:spcBef>
                <a:spcPts val="0"/>
              </a:spcBef>
              <a:spcAft>
                <a:spcPts val="700"/>
              </a:spcAft>
              <a:buClr>
                <a:schemeClr val="accent3"/>
              </a:buClr>
              <a:buFont typeface="Arial"/>
              <a:buChar char="•"/>
            </a:pPr>
            <a:r>
              <a:rPr lang="ru-RU" sz="1600" b="0" dirty="0">
                <a:solidFill>
                  <a:schemeClr val="accent6"/>
                </a:solidFill>
              </a:rPr>
              <a:t>экономика в интерфейсе только для склада</a:t>
            </a:r>
          </a:p>
          <a:p>
            <a:pPr marL="219456" indent="-219456" algn="l">
              <a:spcBef>
                <a:spcPts val="0"/>
              </a:spcBef>
              <a:spcAft>
                <a:spcPts val="700"/>
              </a:spcAft>
              <a:buClr>
                <a:schemeClr val="accent3"/>
              </a:buClr>
              <a:buFont typeface="Arial"/>
              <a:buChar char="•"/>
            </a:pPr>
            <a:endParaRPr lang="ru-RU" sz="1600" b="0" dirty="0">
              <a:solidFill>
                <a:schemeClr val="accent6"/>
              </a:solidFill>
            </a:endParaRPr>
          </a:p>
        </p:txBody>
      </p:sp>
      <p:sp>
        <p:nvSpPr>
          <p:cNvPr id="11" name="Колонка Дальше"/>
          <p:cNvSpPr/>
          <p:nvPr/>
        </p:nvSpPr>
        <p:spPr>
          <a:xfrm>
            <a:off x="8164982" y="1325880"/>
            <a:ext cx="3681070" cy="4892040"/>
          </a:xfrm>
          <a:prstGeom prst="roundRect">
            <a:avLst>
              <a:gd name="adj" fmla="val 6000"/>
            </a:avLst>
          </a:prstGeom>
          <a:noFill/>
          <a:ln w="15875">
            <a:solidFill>
              <a:schemeClr val="accent2"/>
            </a:solidFill>
            <a:prstDash val="dash"/>
          </a:ln>
          <a:effectLst/>
        </p:spPr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12" name="Статус Дальше"/>
          <p:cNvSpPr/>
          <p:nvPr/>
        </p:nvSpPr>
        <p:spPr>
          <a:xfrm>
            <a:off x="8421014" y="1600200"/>
            <a:ext cx="1335032" cy="457200"/>
          </a:xfrm>
          <a:prstGeom prst="roundRect">
            <a:avLst>
              <a:gd name="adj" fmla="val 50000"/>
            </a:avLst>
          </a:prstGeom>
          <a:noFill/>
          <a:ln w="15875">
            <a:solidFill>
              <a:schemeClr val="accent2"/>
            </a:solidFill>
          </a:ln>
          <a:effectLst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600" b="1">
                <a:solidFill>
                  <a:schemeClr val="accent2"/>
                </a:solidFill>
              </a:rPr>
              <a:t>Дальше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21014" y="2350008"/>
            <a:ext cx="3223870" cy="32918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500" b="0">
                <a:solidFill>
                  <a:schemeClr val="accent2"/>
                </a:solidFill>
              </a:rPr>
              <a:t>данные рынка неполны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8439302" y="2862072"/>
            <a:ext cx="292608" cy="0"/>
          </a:xfrm>
          <a:prstGeom prst="line">
            <a:avLst/>
          </a:prstGeom>
          <a:ln w="22225">
            <a:solidFill>
              <a:schemeClr val="accent1"/>
            </a:solidFill>
            <a:tailEnd type="triangle" w="med" len="med"/>
          </a:ln>
        </p:spPr>
      </p:cxnSp>
      <p:sp>
        <p:nvSpPr>
          <p:cNvPr id="15" name="TextBox 14"/>
          <p:cNvSpPr txBox="1"/>
          <p:nvPr/>
        </p:nvSpPr>
        <p:spPr>
          <a:xfrm>
            <a:off x="8841638" y="2697480"/>
            <a:ext cx="2766670" cy="32918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600" b="1">
                <a:solidFill>
                  <a:schemeClr val="bg1"/>
                </a:solidFill>
              </a:rPr>
              <a:t>запросы вендорам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21014" y="3246120"/>
            <a:ext cx="3223870" cy="32918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500" b="0">
                <a:solidFill>
                  <a:schemeClr val="accent2"/>
                </a:solidFill>
              </a:rPr>
              <a:t>имитация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8439302" y="3758184"/>
            <a:ext cx="292608" cy="0"/>
          </a:xfrm>
          <a:prstGeom prst="line">
            <a:avLst/>
          </a:prstGeom>
          <a:ln w="22225">
            <a:solidFill>
              <a:schemeClr val="accent1"/>
            </a:solidFill>
            <a:tailEnd type="triangle" w="med" len="med"/>
          </a:ln>
        </p:spPr>
      </p:cxnSp>
      <p:sp>
        <p:nvSpPr>
          <p:cNvPr id="18" name="TextBox 17"/>
          <p:cNvSpPr txBox="1"/>
          <p:nvPr/>
        </p:nvSpPr>
        <p:spPr>
          <a:xfrm>
            <a:off x="8841638" y="3593592"/>
            <a:ext cx="2766670" cy="32918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600" b="1">
                <a:solidFill>
                  <a:schemeClr val="bg1"/>
                </a:solidFill>
              </a:rPr>
              <a:t>влияние на экономику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21014" y="4142232"/>
            <a:ext cx="3223870" cy="32918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500" b="0">
                <a:solidFill>
                  <a:schemeClr val="accent2"/>
                </a:solidFill>
              </a:rPr>
              <a:t>господдержка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8439302" y="4654296"/>
            <a:ext cx="292608" cy="0"/>
          </a:xfrm>
          <a:prstGeom prst="line">
            <a:avLst/>
          </a:prstGeom>
          <a:ln w="22225">
            <a:solidFill>
              <a:schemeClr val="accent1"/>
            </a:solidFill>
            <a:tailEnd type="triangle" w="med" len="med"/>
          </a:ln>
        </p:spPr>
      </p:cxnSp>
      <p:sp>
        <p:nvSpPr>
          <p:cNvPr id="21" name="TextBox 20"/>
          <p:cNvSpPr txBox="1"/>
          <p:nvPr/>
        </p:nvSpPr>
        <p:spPr>
          <a:xfrm>
            <a:off x="8841638" y="4489704"/>
            <a:ext cx="2766670" cy="32918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600" b="1">
                <a:solidFill>
                  <a:schemeClr val="bg1"/>
                </a:solidFill>
              </a:rPr>
              <a:t>проверка по реестрам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421014" y="5038344"/>
            <a:ext cx="3223870" cy="32918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500" b="0">
                <a:solidFill>
                  <a:schemeClr val="accent2"/>
                </a:solidFill>
              </a:rPr>
              <a:t>продуктив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8439302" y="5550408"/>
            <a:ext cx="292608" cy="0"/>
          </a:xfrm>
          <a:prstGeom prst="line">
            <a:avLst/>
          </a:prstGeom>
          <a:ln w="22225">
            <a:solidFill>
              <a:schemeClr val="accent1"/>
            </a:solidFill>
            <a:tailEnd type="triangle" w="med" len="med"/>
          </a:ln>
        </p:spPr>
      </p:cxnSp>
      <p:sp>
        <p:nvSpPr>
          <p:cNvPr id="24" name="TextBox 23"/>
          <p:cNvSpPr txBox="1"/>
          <p:nvPr/>
        </p:nvSpPr>
        <p:spPr>
          <a:xfrm>
            <a:off x="8841638" y="5385816"/>
            <a:ext cx="2766670" cy="32918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600" b="1">
                <a:solidFill>
                  <a:schemeClr val="bg1"/>
                </a:solidFill>
              </a:rPr>
              <a:t>TLS</a:t>
            </a:r>
          </a:p>
        </p:txBody>
      </p:sp>
      <p:sp>
        <p:nvSpPr>
          <p:cNvPr id="900022" name="Номер слайда 5"/>
          <p:cNvSpPr>
            <a:spLocks noGrp="1"/>
          </p:cNvSpPr>
          <p:nvPr>
            <p:ph type="sldNum" sz="quarter" idx="4"/>
          </p:nvPr>
        </p:nvSpPr>
        <p:spPr bwMode="auto"/>
        <p:txBody>
          <a:bodyPr vert="horz" lIns="91440" tIns="45720" rIns="91440" bIns="45720" rtlCol="0" anchor="ctr"/>
          <a:lstStyle/>
          <a:p>
            <a:pPr>
              <a:defRPr/>
            </a:pPr>
            <a:fld id="{52DCC5B9-D646-4B76-891F-6FF4E74E9CB4}" type="slidenum">
              <a:rPr lang="ru-RU" sz="1200">
                <a:solidFill>
                  <a:schemeClr val="bg1"/>
                </a:solidFill>
              </a:rPr>
              <a:t>14</a:t>
            </a:fld>
            <a:endParaRPr lang="ru-RU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ctrTitle"/>
          </p:nvPr>
        </p:nvSpPr>
        <p:spPr>
          <a:xfrm>
            <a:off x="502920" y="2240280"/>
            <a:ext cx="6903720" cy="1325880"/>
          </a:xfrm>
        </p:spPr>
        <p:txBody>
          <a:bodyPr wrap="square" lIns="0" tIns="0" rIns="0" bIns="0" anchor="b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3600" b="0">
                <a:solidFill>
                  <a:schemeClr val="bg1"/>
                </a:solidFill>
              </a:rPr>
              <a:t>Не просто посчитать,</a:t>
            </a: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3600" b="1">
                <a:solidFill>
                  <a:schemeClr val="accent1"/>
                </a:solidFill>
              </a:rPr>
              <a:t>а объяснить каждое число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2"/>
          </p:nvPr>
        </p:nvSpPr>
        <p:spPr>
          <a:xfrm>
            <a:off x="502920" y="5897880"/>
            <a:ext cx="5486400" cy="411480"/>
          </a:xfrm>
        </p:spPr>
        <p:txBody>
          <a:bodyPr wrap="square" lIns="0" tIns="0" rIns="0" bIns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dirty="0">
                <a:solidFill>
                  <a:schemeClr val="accent2"/>
                </a:solidFill>
              </a:rPr>
              <a:t>YAKUBO DIGITAL, 2026</a:t>
            </a:r>
            <a:endParaRPr lang="ru-RU" sz="1400" b="0" dirty="0">
              <a:solidFill>
                <a:schemeClr val="accent2"/>
              </a:solidFill>
            </a:endParaRPr>
          </a:p>
        </p:txBody>
      </p:sp>
      <p:sp>
        <p:nvSpPr>
          <p:cNvPr id="6" name="Рамка логотипа постановщика"/>
          <p:cNvSpPr/>
          <p:nvPr/>
        </p:nvSpPr>
        <p:spPr>
          <a:xfrm>
            <a:off x="-296266" y="-313639"/>
            <a:ext cx="6126480" cy="2286000"/>
          </a:xfrm>
          <a:prstGeom prst="roundRect">
            <a:avLst>
              <a:gd name="adj" fmla="val 9821"/>
            </a:avLst>
          </a:prstGeom>
          <a:noFill/>
          <a:ln w="9525">
            <a:solidFill>
              <a:schemeClr val="accent2"/>
            </a:solidFill>
          </a:ln>
          <a:effectLst/>
        </p:spPr>
        <p:txBody>
          <a:bodyPr lIns="0" tIns="0" rIns="0" bIns="0" rtlCol="0" anchor="ctr"/>
          <a:lstStyle/>
          <a:p>
            <a:pPr algn="ctr"/>
            <a:endParaRPr/>
          </a:p>
        </p:txBody>
      </p:sp>
      <p:pic>
        <p:nvPicPr>
          <p:cNvPr id="7" name="Логотип ФЦ БАС" descr="Федеральный центр беспилотных авиационных систем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6928" y="786384"/>
            <a:ext cx="3063240" cy="419960"/>
          </a:xfrm>
          <a:prstGeom prst="rect">
            <a:avLst/>
          </a:prstGeom>
        </p:spPr>
      </p:pic>
      <p:sp>
        <p:nvSpPr>
          <p:cNvPr id="8" name="Воспроизводимость"/>
          <p:cNvSpPr txBox="1"/>
          <p:nvPr/>
        </p:nvSpPr>
        <p:spPr>
          <a:xfrm>
            <a:off x="502920" y="3931920"/>
            <a:ext cx="6675120" cy="9144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0" indent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800" b="0">
                <a:solidFill>
                  <a:schemeClr val="bg1"/>
                </a:solidFill>
              </a:rPr>
              <a:t>Любую цифру из презентации можно повторить: </a:t>
            </a:r>
            <a:r>
              <a:rPr lang="ru-RU" sz="1800" b="1">
                <a:solidFill>
                  <a:schemeClr val="accent2"/>
                </a:solidFill>
              </a:rPr>
              <a:t>docker compose up</a:t>
            </a:r>
            <a:r>
              <a:rPr lang="ru-RU" sz="1800" b="0">
                <a:solidFill>
                  <a:schemeClr val="bg1"/>
                </a:solidFill>
              </a:rPr>
              <a:t>, сценарий проверки в документации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Для Академия инноваторов 16_9">
  <a:themeElements>
    <a:clrScheme name="Пользовательские 2">
      <a:dk1>
        <a:srgbClr val="000000"/>
      </a:dk1>
      <a:lt1>
        <a:srgbClr val="FFFFFF"/>
      </a:lt1>
      <a:dk2>
        <a:srgbClr val="1C1D22"/>
      </a:dk2>
      <a:lt2>
        <a:srgbClr val="E5E7E9"/>
      </a:lt2>
      <a:accent1>
        <a:srgbClr val="FF0053"/>
      </a:accent1>
      <a:accent2>
        <a:srgbClr val="FFD6E3"/>
      </a:accent2>
      <a:accent3>
        <a:srgbClr val="FC3777"/>
      </a:accent3>
      <a:accent4>
        <a:srgbClr val="8A83D1"/>
      </a:accent4>
      <a:accent5>
        <a:srgbClr val="520977"/>
      </a:accent5>
      <a:accent6>
        <a:srgbClr val="2D1451"/>
      </a:accent6>
      <a:hlink>
        <a:srgbClr val="FF0053"/>
      </a:hlink>
      <a:folHlink>
        <a:srgbClr val="5D2B84"/>
      </a:folHlink>
    </a:clrScheme>
    <a:fontScheme name="Лидеры цифровой трансформации">
      <a:majorFont>
        <a:latin typeface="Montserrat"/>
        <a:ea typeface="Arial"/>
        <a:cs typeface="Arial"/>
      </a:majorFont>
      <a:minorFont>
        <a:latin typeface="Montserrat"/>
        <a:ea typeface="Arial"/>
        <a:cs typeface="Arial"/>
      </a:minorFont>
    </a:fontScheme>
    <a:fmtScheme name="Стандартная">
      <a:fillStyleLst>
        <a:solidFill>
          <a:schemeClr val="phClr"/>
        </a:solidFill>
        <a:gradFill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prstGeom prst="rect">
          <a:avLst/>
        </a:prstGeom>
        <a:solidFill>
          <a:schemeClr val="bg1">
            <a:alpha val="0"/>
          </a:schemeClr>
        </a:solidFill>
        <a:ln w="19050">
          <a:solidFill>
            <a:schemeClr val="bg1">
              <a:alpha val="47000"/>
            </a:schemeClr>
          </a:solidFill>
        </a:ln>
      </a:spPr>
      <a:bodyPr/>
      <a:lstStyle/>
      <a:style>
        <a:lnRef idx="2">
          <a:schemeClr val="accent1">
            <a:shade val="15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/>
        <a:ea typeface="Arial"/>
        <a:cs typeface="Arial"/>
      </a:majorFont>
      <a:minorFont>
        <a:latin typeface="Calibri"/>
        <a:ea typeface="Arial"/>
        <a:cs typeface="Arial"/>
      </a:minorFont>
    </a:fontScheme>
    <a:fmtScheme name="Стандартная">
      <a:fillStyleLst>
        <a:solidFill>
          <a:schemeClr val="phClr"/>
        </a:solidFill>
        <a:gradFill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26</TotalTime>
  <Words>1505</Words>
  <Application>Microsoft Macintosh PowerPoint</Application>
  <PresentationFormat>Широкоэкранный</PresentationFormat>
  <Paragraphs>278</Paragraphs>
  <Slides>15</Slides>
  <Notes>12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15</vt:i4>
      </vt:variant>
    </vt:vector>
  </HeadingPairs>
  <TitlesOfParts>
    <vt:vector size="20" baseType="lpstr">
      <vt:lpstr>Arial</vt:lpstr>
      <vt:lpstr>Calibri</vt:lpstr>
      <vt:lpstr>Montserrat</vt:lpstr>
      <vt:lpstr>Wingdings</vt:lpstr>
      <vt:lpstr>Для Академия инноваторов 16_9</vt:lpstr>
      <vt:lpstr>Разработка платформы подбора роботизированных решений  с расчетом экономического эффекта и визуализацией работы роботов на объекте</vt:lpstr>
      <vt:lpstr>YAKUBO DIGITAL</vt:lpstr>
      <vt:lpstr>Презентация PowerPoint</vt:lpstr>
      <vt:lpstr>Презентация PowerPoint</vt:lpstr>
      <vt:lpstr>КОРОТКО О РЕШЕНИИ</vt:lpstr>
      <vt:lpstr>ЭКСПРЕСС-ОЦЕНКА РОБОТИЗАЦИИ ДО ОБСЛЕДОВАНИЯ</vt:lpstr>
      <vt:lpstr>ПУТЬ ПОЛЬЗОВАТЕЛЯ</vt:lpstr>
      <vt:lpstr>АРХИТЕКТУРА И ДАННЫЕ</vt:lpstr>
      <vt:lpstr>4 ПАРАМЕТРА</vt:lpstr>
      <vt:lpstr>ДЕМО</vt:lpstr>
      <vt:lpstr>ПОДБОР: ПРАВИЛА, А НЕ ДОГАДКИ</vt:lpstr>
      <vt:lpstr>ЭКОНОМИКА: ТРИ СЦЕНАРИЯ</vt:lpstr>
      <vt:lpstr>ИМИТАЦИЯ СМЕНЫ ПРОВЕРЯЕТ РАСЧЁТ</vt:lpstr>
      <vt:lpstr>ЧЕСТНО О СТАТУСЕ</vt:lpstr>
      <vt:lpstr>Не просто посчитать, а объяснить каждое число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Анастасия Юшкова</dc:creator>
  <cp:lastModifiedBy>Дмитрий Якубовский</cp:lastModifiedBy>
  <cp:revision>102</cp:revision>
  <dcterms:created xsi:type="dcterms:W3CDTF">2023-05-15T07:36:23Z</dcterms:created>
  <dcterms:modified xsi:type="dcterms:W3CDTF">2026-09-29T20:57:21Z</dcterms:modified>
</cp:coreProperties>
</file>